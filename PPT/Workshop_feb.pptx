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71" r:id="rId4"/>
    <p:sldId id="259" r:id="rId5"/>
    <p:sldId id="272" r:id="rId6"/>
    <p:sldId id="267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3522"/>
    <a:srgbClr val="E87D0D"/>
    <a:srgbClr val="030103"/>
    <a:srgbClr val="040204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5D0E1B-4B8D-41DB-BFA6-7FE8EDA785E3}" v="58" dt="2025-11-14T22:13:09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éma alapján készült stílus 1 – 5. jelölőszín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43A86E-6683-A09B-2806-247DC8C7F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FC8CB23-68BB-593B-E37F-1FFBE16FD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175F45F-6884-0C0B-C692-7768D98F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D068D4-6AD7-82BE-1DA4-41D2E380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91C8B47-C55F-4AC5-1E66-F279F790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0861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E09382-9A73-AEAB-90F3-7AC1A8235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04A2EE-A03B-E412-0DD1-F2556222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9C5CA8E-B797-7AE0-BB43-0EE968FE3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F904AB9-84FF-C151-864B-F9C35C19B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9F593F-D00E-58C6-8FAF-705D2ED7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3758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11605D-0B28-B497-4EA9-CDCDAABFB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30BCCD1-48F7-A210-816B-FA4EC80F3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1A3B03E-B42F-0A42-DD5F-7894A6D2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48B8A9E-6149-95CC-151F-2C6725DEA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C198F82-C1E6-376B-8817-FE49ED8A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2164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795015-17BF-3082-7DDA-AED2C3D1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9AB577-74FD-F0A3-3644-0AD83D1FB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F711E0B-510D-C471-EA0A-13A82A19A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F58C363-4759-1A58-E641-78846F54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332B4BF-D1A9-9E5E-1CFB-1F82594E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77910FF-6CB1-24DC-EB06-B13CD964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7614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7A774A-4359-715C-06AC-8D223026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A4A82A6-5105-88B3-0AE4-A6993BE0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94F46C6-2521-A9C4-6E7B-7F0279A35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69295E3-23E2-6502-3501-7B3A69123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E82D780-7767-D463-07EE-E2B9DF63C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A46D7FD-32D8-C507-165D-03AFFDD3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3A1CF6D-8279-20F3-80E0-6CC86CCC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1754AB7-F77B-7A8E-294B-83FDEFCB1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9580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3C2D5C-3DB9-71A5-E47F-A83958E6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DF391C5-95A5-833A-D8CB-7D7B5766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06C9F59-86EF-C8F3-3308-CE594A11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741BE74-1B91-167E-E014-4264D125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2471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2EC5EF1-4C46-2F1A-08B3-B6056868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E31EA774-0907-2F33-B137-6E0AD60E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B608432-3246-C306-2420-571371A3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8099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4F4DCF-F285-55C9-CE1D-345C0263F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443869-D059-DF92-D8AB-CA6CA6562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C704974-8764-65ED-A325-E8771B30D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C5514BC-846D-1917-2826-CFFA6F99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17E830B-D1AA-59C6-01CD-AB8EC145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FB4EB4B-66F2-6A2B-44B5-364636038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1715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A34B31-D178-C712-B703-B937967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A74867BF-8EDC-8FF2-16E6-B25F2D6A1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F037953-F97F-1A44-D0E6-EFC368162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9D5052-891C-813E-7A53-FAF85CAF4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F7EA1C1-45B7-920F-1463-831AF07F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55A5A70-B4C5-578B-AB23-179E43C7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2432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B4FEDE-A27B-DA6C-8F94-4EA2B352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B694008-321E-362F-4641-495C09E04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7F27B15-56EB-538C-8BDF-2F94EC0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6CB41BA-C50D-CC97-5D75-7E8E8DC9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E7DF608-5B49-287B-D1DB-8C2E8741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5438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8A84925-089E-46A7-F6E0-4FE1F89BB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70D865B-24C4-86CC-AB14-68F8DD97A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D07674C-27C5-725D-9129-ED0D8749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3EB92CE-1F60-C7E8-9F2D-E18B0E4A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0D1ABCD-2E05-F9BC-1420-78DF09E3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530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19ACCA6-7FBD-19F9-FCE0-849DB03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495683E-47CF-F0A0-D8F3-3BABA64DE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855E73-9FD9-61DD-155C-93B798F72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5968E-9261-40BD-9FBE-6F18841D9DA9}" type="datetimeFigureOut">
              <a:rPr lang="hu-HU" smtClean="0"/>
              <a:t>2026. 02. 13.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083AE29-4462-5749-0DAD-F6B62B4F3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0E4ECFE-D05A-3E65-487D-AA50DDE60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D3B9A-2F60-467E-86E6-77E63169854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338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5" Type="http://schemas.openxmlformats.org/officeDocument/2006/relationships/image" Target="../media/image20.png"/><Relationship Id="rId10" Type="http://schemas.microsoft.com/office/2007/relationships/hdphoto" Target="../media/hdphoto4.wdp"/><Relationship Id="rId4" Type="http://schemas.microsoft.com/office/2007/relationships/hdphoto" Target="../media/hdphoto2.wdp"/><Relationship Id="rId9" Type="http://schemas.openxmlformats.org/officeDocument/2006/relationships/image" Target="../media/image17.png"/><Relationship Id="rId14" Type="http://schemas.microsoft.com/office/2007/relationships/hdphoto" Target="../media/hdphoto6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-698500" ty="59055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251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örténet | Debreceni SZC Mechwart András Gépipari és Informatikai Technikum  | EDIR">
            <a:extLst>
              <a:ext uri="{FF2B5EF4-FFF2-40B4-BE49-F238E27FC236}">
                <a16:creationId xmlns:a16="http://schemas.microsoft.com/office/drawing/2014/main" id="{B652CA4D-834C-398B-38A5-18EC7DFCD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3739">
            <a:off x="7809515" y="856523"/>
            <a:ext cx="3625362" cy="290028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BDD8732-5304-E810-26D8-B18D404C0C58}"/>
              </a:ext>
            </a:extLst>
          </p:cNvPr>
          <p:cNvSpPr txBox="1"/>
          <p:nvPr/>
        </p:nvSpPr>
        <p:spPr>
          <a:xfrm>
            <a:off x="807026" y="1635527"/>
            <a:ext cx="723207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4400">
                <a:solidFill>
                  <a:srgbClr val="FF00FF"/>
                </a:solidFill>
              </a:rPr>
              <a:t>Debreceni SZC Mechwart</a:t>
            </a:r>
            <a:endParaRPr lang="hu-HU" sz="4400">
              <a:solidFill>
                <a:schemeClr val="accent1"/>
              </a:solidFill>
            </a:endParaRPr>
          </a:p>
          <a:p>
            <a:pPr marL="285750" lvl="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4400">
                <a:solidFill>
                  <a:srgbClr val="FF00FF"/>
                </a:solidFill>
              </a:rPr>
              <a:t>Szoftverfejlesztők</a:t>
            </a:r>
          </a:p>
          <a:p>
            <a:pPr marL="285750" lvl="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4400">
                <a:solidFill>
                  <a:srgbClr val="FF00FF"/>
                </a:solidFill>
              </a:rPr>
              <a:t>Kacsa  </a:t>
            </a:r>
          </a:p>
          <a:p>
            <a:pPr marL="285750" lvl="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4400">
                <a:solidFill>
                  <a:srgbClr val="FF00FF"/>
                </a:solidFill>
              </a:rPr>
              <a:t>Campus fesztivál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hu-HU" sz="4400">
              <a:solidFill>
                <a:srgbClr val="FF00FF"/>
              </a:solidFill>
            </a:endParaRP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A4E0B70D-AC34-FD63-56AE-C978F36C76BF}"/>
              </a:ext>
            </a:extLst>
          </p:cNvPr>
          <p:cNvSpPr/>
          <p:nvPr/>
        </p:nvSpPr>
        <p:spPr>
          <a:xfrm>
            <a:off x="417542" y="293491"/>
            <a:ext cx="48937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Bemutatkozás: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Térhatású modell 3" descr="Rubber Duck">
                <a:extLst>
                  <a:ext uri="{FF2B5EF4-FFF2-40B4-BE49-F238E27FC236}">
                    <a16:creationId xmlns:a16="http://schemas.microsoft.com/office/drawing/2014/main" id="{6D1133B2-6BAA-DC50-108E-DAF47F600B3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89093472"/>
                  </p:ext>
                </p:extLst>
              </p:nvPr>
            </p:nvGraphicFramePr>
            <p:xfrm rot="391493">
              <a:off x="6923586" y="4250470"/>
              <a:ext cx="1618217" cy="2367391"/>
            </p:xfrm>
            <a:graphic>
              <a:graphicData uri="http://schemas.microsoft.com/office/drawing/2017/model3d">
                <am3d:model3d r:embed="rId3">
                  <am3d:spPr>
                    <a:xfrm rot="391493">
                      <a:off x="0" y="0"/>
                      <a:ext cx="1618217" cy="2367391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2424544" ay="3648179" az="219709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4162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Térhatású modell 3" descr="Rubber Duck">
                <a:extLst>
                  <a:ext uri="{FF2B5EF4-FFF2-40B4-BE49-F238E27FC236}">
                    <a16:creationId xmlns:a16="http://schemas.microsoft.com/office/drawing/2014/main" id="{6D1133B2-6BAA-DC50-108E-DAF47F600B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91493">
                <a:off x="6923586" y="4250470"/>
                <a:ext cx="1618217" cy="2367391"/>
              </a:xfrm>
              <a:prstGeom prst="rect">
                <a:avLst/>
              </a:prstGeom>
            </p:spPr>
          </p:pic>
        </mc:Fallback>
      </mc:AlternateContent>
      <p:pic>
        <p:nvPicPr>
          <p:cNvPr id="2052" name="Picture 4" descr="CAMPUS FESZTIVÁL official | Debrecen">
            <a:extLst>
              <a:ext uri="{FF2B5EF4-FFF2-40B4-BE49-F238E27FC236}">
                <a16:creationId xmlns:a16="http://schemas.microsoft.com/office/drawing/2014/main" id="{4CF2AEE4-DAC7-C96E-CA7F-BD592DBF4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78" b="95556" l="9778" r="89778">
                        <a14:foregroundMark x1="65333" y1="55556" x2="38667" y2="25778"/>
                        <a14:foregroundMark x1="38667" y1="25778" x2="28000" y2="21333"/>
                        <a14:foregroundMark x1="32889" y1="18222" x2="16889" y2="44444"/>
                        <a14:foregroundMark x1="16889" y1="44444" x2="16889" y2="51556"/>
                        <a14:foregroundMark x1="33778" y1="20444" x2="42667" y2="17778"/>
                        <a14:foregroundMark x1="28889" y1="22222" x2="20000" y2="51111"/>
                        <a14:foregroundMark x1="19111" y1="50667" x2="25333" y2="23556"/>
                        <a14:foregroundMark x1="25333" y1="23556" x2="29778" y2="19556"/>
                        <a14:foregroundMark x1="51111" y1="30667" x2="41333" y2="47111"/>
                        <a14:foregroundMark x1="35111" y1="28444" x2="40889" y2="49778"/>
                        <a14:foregroundMark x1="54222" y1="30667" x2="67556" y2="30667"/>
                        <a14:foregroundMark x1="68889" y1="64444" x2="45333" y2="41333"/>
                        <a14:foregroundMark x1="45333" y1="41333" x2="45333" y2="40444"/>
                        <a14:foregroundMark x1="67556" y1="71111" x2="58222" y2="66222"/>
                        <a14:foregroundMark x1="74222" y1="72889" x2="80889" y2="51111"/>
                        <a14:foregroundMark x1="80889" y1="51111" x2="80889" y2="48000"/>
                        <a14:foregroundMark x1="80889" y1="49778" x2="77778" y2="72444"/>
                        <a14:foregroundMark x1="77778" y1="72444" x2="69333" y2="78222"/>
                        <a14:foregroundMark x1="65333" y1="88000" x2="63556" y2="95556"/>
                        <a14:foregroundMark x1="72889" y1="77778" x2="82667" y2="56444"/>
                        <a14:foregroundMark x1="80889" y1="61778" x2="76000" y2="75556"/>
                        <a14:foregroundMark x1="82222" y1="65333" x2="79111" y2="73778"/>
                        <a14:foregroundMark x1="58222" y1="54222" x2="38222" y2="57333"/>
                        <a14:foregroundMark x1="58667" y1="58667" x2="32889" y2="55556"/>
                        <a14:foregroundMark x1="49778" y1="57333" x2="35556" y2="34222"/>
                        <a14:foregroundMark x1="42667" y1="49778" x2="27111" y2="29333"/>
                        <a14:foregroundMark x1="19556" y1="64000" x2="24000" y2="72889"/>
                        <a14:foregroundMark x1="21728" y1="72513" x2="20444" y2="70667"/>
                        <a14:foregroundMark x1="28444" y1="79556" x2="21778" y2="72889"/>
                        <a14:backgroundMark x1="24998" y1="80477" x2="24889" y2="80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09892">
            <a:off x="5626668" y="2686732"/>
            <a:ext cx="1895012" cy="189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319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45284-EF47-3F4C-4751-65418591B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1BEF23C0-1E2B-6CF0-1235-ECB1041CB82F}"/>
              </a:ext>
            </a:extLst>
          </p:cNvPr>
          <p:cNvSpPr txBox="1"/>
          <p:nvPr/>
        </p:nvSpPr>
        <p:spPr>
          <a:xfrm>
            <a:off x="990724" y="1289178"/>
            <a:ext cx="723207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4400" b="1">
                <a:solidFill>
                  <a:srgbClr val="FF00FF"/>
                </a:solidFill>
              </a:rPr>
              <a:t>Csapattagok: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Arany Zoltán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Herczeg Ákos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Szanics Ferenc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Tasi Dóra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Bura Zalán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u-HU" sz="4400" b="1">
                <a:solidFill>
                  <a:srgbClr val="FF00FF"/>
                </a:solidFill>
              </a:rPr>
              <a:t>Mentor: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hu-HU" sz="4000">
                <a:solidFill>
                  <a:srgbClr val="FF00FF"/>
                </a:solidFill>
              </a:rPr>
              <a:t>Miglász Dániel</a:t>
            </a:r>
            <a:endParaRPr lang="hu-HU" sz="4000">
              <a:solidFill>
                <a:schemeClr val="accent1"/>
              </a:solidFill>
            </a:endParaRP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8C23406F-E6F9-4010-CCCC-F2472DE7192A}"/>
              </a:ext>
            </a:extLst>
          </p:cNvPr>
          <p:cNvSpPr/>
          <p:nvPr/>
        </p:nvSpPr>
        <p:spPr>
          <a:xfrm>
            <a:off x="417542" y="293491"/>
            <a:ext cx="48937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Bemutatkozás: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Térhatású modell 5" descr="Rubber Duck">
                <a:extLst>
                  <a:ext uri="{FF2B5EF4-FFF2-40B4-BE49-F238E27FC236}">
                    <a16:creationId xmlns:a16="http://schemas.microsoft.com/office/drawing/2014/main" id="{6E3D2B47-7F23-DAD5-2E4E-2E1414123E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5045086"/>
                  </p:ext>
                </p:extLst>
              </p:nvPr>
            </p:nvGraphicFramePr>
            <p:xfrm rot="391493">
              <a:off x="7129532" y="1001706"/>
              <a:ext cx="2170798" cy="3132360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2170798" cy="3132360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2374670" ay="3534644" az="211761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5601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Térhatású modell 5" descr="Rubber Duck">
                <a:extLst>
                  <a:ext uri="{FF2B5EF4-FFF2-40B4-BE49-F238E27FC236}">
                    <a16:creationId xmlns:a16="http://schemas.microsoft.com/office/drawing/2014/main" id="{6E3D2B47-7F23-DAD5-2E4E-2E1414123E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391493">
                <a:off x="7129532" y="1001706"/>
                <a:ext cx="2170798" cy="313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Térhatású modell 6" descr="Rubber Duck">
                <a:extLst>
                  <a:ext uri="{FF2B5EF4-FFF2-40B4-BE49-F238E27FC236}">
                    <a16:creationId xmlns:a16="http://schemas.microsoft.com/office/drawing/2014/main" id="{40D51733-E7FB-8657-932D-E50C3BDD8A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8775872"/>
                  </p:ext>
                </p:extLst>
              </p:nvPr>
            </p:nvGraphicFramePr>
            <p:xfrm rot="391493">
              <a:off x="9070188" y="3141418"/>
              <a:ext cx="1913541" cy="3189235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1913541" cy="3189235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6472413" ay="3904856" az="6574431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56013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Térhatású modell 6" descr="Rubber Duck">
                <a:extLst>
                  <a:ext uri="{FF2B5EF4-FFF2-40B4-BE49-F238E27FC236}">
                    <a16:creationId xmlns:a16="http://schemas.microsoft.com/office/drawing/2014/main" id="{40D51733-E7FB-8657-932D-E50C3BDD8A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391493">
                <a:off x="9070188" y="3141418"/>
                <a:ext cx="1913541" cy="31892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Térhatású modell 7" descr="Rubber Duck">
                <a:extLst>
                  <a:ext uri="{FF2B5EF4-FFF2-40B4-BE49-F238E27FC236}">
                    <a16:creationId xmlns:a16="http://schemas.microsoft.com/office/drawing/2014/main" id="{2C6A1E24-CEB0-DE6B-042A-83CD87F0B2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79911619"/>
                  </p:ext>
                </p:extLst>
              </p:nvPr>
            </p:nvGraphicFramePr>
            <p:xfrm rot="391493">
              <a:off x="9219831" y="834320"/>
              <a:ext cx="1517560" cy="2179474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1517560" cy="2179474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8790918" ay="3856690" az="8952376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18041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Térhatású modell 7" descr="Rubber Duck">
                <a:extLst>
                  <a:ext uri="{FF2B5EF4-FFF2-40B4-BE49-F238E27FC236}">
                    <a16:creationId xmlns:a16="http://schemas.microsoft.com/office/drawing/2014/main" id="{2C6A1E24-CEB0-DE6B-042A-83CD87F0B2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391493">
                <a:off x="9219831" y="834320"/>
                <a:ext cx="1517560" cy="2179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Térhatású modell 8" descr="Rubber Duck">
                <a:extLst>
                  <a:ext uri="{FF2B5EF4-FFF2-40B4-BE49-F238E27FC236}">
                    <a16:creationId xmlns:a16="http://schemas.microsoft.com/office/drawing/2014/main" id="{C353610D-AAD5-1058-CF44-B87388905C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9050922"/>
                  </p:ext>
                </p:extLst>
              </p:nvPr>
            </p:nvGraphicFramePr>
            <p:xfrm rot="391493">
              <a:off x="6435301" y="4318903"/>
              <a:ext cx="1386511" cy="2203223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1386511" cy="2203223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3847556" ay="3818385" az="3694353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1149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Térhatású modell 8" descr="Rubber Duck">
                <a:extLst>
                  <a:ext uri="{FF2B5EF4-FFF2-40B4-BE49-F238E27FC236}">
                    <a16:creationId xmlns:a16="http://schemas.microsoft.com/office/drawing/2014/main" id="{C353610D-AAD5-1058-CF44-B87388905C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391493">
                <a:off x="6435301" y="4318903"/>
                <a:ext cx="1386511" cy="2203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Térhatású modell 9" descr="Rubber Duck">
                <a:extLst>
                  <a:ext uri="{FF2B5EF4-FFF2-40B4-BE49-F238E27FC236}">
                    <a16:creationId xmlns:a16="http://schemas.microsoft.com/office/drawing/2014/main" id="{7205F163-29FF-2D8C-A6F6-966CC31E84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3516626"/>
                  </p:ext>
                </p:extLst>
              </p:nvPr>
            </p:nvGraphicFramePr>
            <p:xfrm rot="391493">
              <a:off x="10949008" y="2233543"/>
              <a:ext cx="1149054" cy="1718832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1149054" cy="1718832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2714449" ay="4005042" az="256895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44055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Térhatású modell 9" descr="Rubber Duck">
                <a:extLst>
                  <a:ext uri="{FF2B5EF4-FFF2-40B4-BE49-F238E27FC236}">
                    <a16:creationId xmlns:a16="http://schemas.microsoft.com/office/drawing/2014/main" id="{7205F163-29FF-2D8C-A6F6-966CC31E84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391493">
                <a:off x="10949008" y="2233543"/>
                <a:ext cx="1149054" cy="17188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Térhatású modell 10" descr="Rubber Duck">
                <a:extLst>
                  <a:ext uri="{FF2B5EF4-FFF2-40B4-BE49-F238E27FC236}">
                    <a16:creationId xmlns:a16="http://schemas.microsoft.com/office/drawing/2014/main" id="{49B93535-F232-A20D-A266-97F282194C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4953206"/>
                  </p:ext>
                </p:extLst>
              </p:nvPr>
            </p:nvGraphicFramePr>
            <p:xfrm rot="391493">
              <a:off x="5683670" y="234000"/>
              <a:ext cx="1082960" cy="1671938"/>
            </p:xfrm>
            <a:graphic>
              <a:graphicData uri="http://schemas.microsoft.com/office/drawing/2017/model3d">
                <am3d:model3d r:embed="rId2">
                  <am3d:spPr>
                    <a:xfrm rot="391493">
                      <a:off x="0" y="0"/>
                      <a:ext cx="1082960" cy="1671938"/>
                    </a:xfrm>
                    <a:prstGeom prst="rect">
                      <a:avLst/>
                    </a:prstGeom>
                  </am3d:spPr>
                  <am3d:camera>
                    <am3d:pos x="0" y="0" z="6670615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80840" d="1000000"/>
                    <am3d:preTrans dx="730398" dy="-4116210" dz="-10742434"/>
                    <am3d:scale>
                      <am3d:sx n="1000000" d="1000000"/>
                      <am3d:sy n="1000000" d="1000000"/>
                      <am3d:sz n="1000000" d="1000000"/>
                    </am3d:scale>
                    <am3d:rot ax="7434907" ay="3960895" az="7580911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23369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Térhatású modell 10" descr="Rubber Duck">
                <a:extLst>
                  <a:ext uri="{FF2B5EF4-FFF2-40B4-BE49-F238E27FC236}">
                    <a16:creationId xmlns:a16="http://schemas.microsoft.com/office/drawing/2014/main" id="{49B93535-F232-A20D-A266-97F282194C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391493">
                <a:off x="5683670" y="234000"/>
                <a:ext cx="1082960" cy="16719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8705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 descr="A képen szöveg, képernyőkép, lila, iboly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A3608CB6-B142-D4AA-AFE2-4037F3916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17127" y="1354994"/>
            <a:ext cx="7588143" cy="31686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Téglalap 1">
            <a:extLst>
              <a:ext uri="{FF2B5EF4-FFF2-40B4-BE49-F238E27FC236}">
                <a16:creationId xmlns:a16="http://schemas.microsoft.com/office/drawing/2014/main" id="{485810A9-EA75-B461-9B39-8DBF9DFAA47C}"/>
              </a:ext>
            </a:extLst>
          </p:cNvPr>
          <p:cNvSpPr/>
          <p:nvPr/>
        </p:nvSpPr>
        <p:spPr>
          <a:xfrm>
            <a:off x="717026" y="106455"/>
            <a:ext cx="64353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Fejlesztői eszközök:</a:t>
            </a:r>
            <a:endParaRPr lang="hu-HU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2CF8DA3-E0E1-0B28-8D74-FA627E68C43D}"/>
              </a:ext>
            </a:extLst>
          </p:cNvPr>
          <p:cNvSpPr txBox="1"/>
          <p:nvPr/>
        </p:nvSpPr>
        <p:spPr>
          <a:xfrm>
            <a:off x="739497" y="1074509"/>
            <a:ext cx="63904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Blender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Unity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>
                <a:solidFill>
                  <a:srgbClr val="FF00FF"/>
                </a:solidFill>
              </a:rPr>
              <a:t>Visual </a:t>
            </a:r>
            <a:r>
              <a:rPr lang="hu-HU" sz="4800" err="1">
                <a:solidFill>
                  <a:srgbClr val="FF00FF"/>
                </a:solidFill>
              </a:rPr>
              <a:t>Studio</a:t>
            </a:r>
            <a:r>
              <a:rPr lang="hu-HU" sz="4800">
                <a:solidFill>
                  <a:srgbClr val="FF00FF"/>
                </a:solidFill>
              </a:rPr>
              <a:t> 2022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Gimp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Trello</a:t>
            </a:r>
            <a:endParaRPr lang="hu-HU" sz="4800">
              <a:solidFill>
                <a:srgbClr val="FF00FF"/>
              </a:solidFill>
            </a:endParaRP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>
                <a:solidFill>
                  <a:srgbClr val="FF00FF"/>
                </a:solidFill>
              </a:rPr>
              <a:t>Discord</a:t>
            </a:r>
          </a:p>
          <a:p>
            <a:pPr marL="914400" indent="-914400">
              <a:buFont typeface="Arial" panose="020B0604020202020204" pitchFamily="34" charset="0"/>
              <a:buChar char="•"/>
            </a:pPr>
            <a:r>
              <a:rPr lang="hu-HU" sz="4800" err="1">
                <a:solidFill>
                  <a:srgbClr val="FF00FF"/>
                </a:solidFill>
              </a:rPr>
              <a:t>Github</a:t>
            </a:r>
            <a:endParaRPr lang="hu-HU" sz="4800">
              <a:solidFill>
                <a:schemeClr val="accent1"/>
              </a:solidFill>
            </a:endParaRPr>
          </a:p>
        </p:txBody>
      </p:sp>
      <p:pic>
        <p:nvPicPr>
          <p:cNvPr id="1026" name="Picture 2" descr="Blender Logo png images | PNGEgg">
            <a:extLst>
              <a:ext uri="{FF2B5EF4-FFF2-40B4-BE49-F238E27FC236}">
                <a16:creationId xmlns:a16="http://schemas.microsoft.com/office/drawing/2014/main" id="{A28F62AB-7BEE-C1DD-3872-10D5E845D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483" b="89943" l="4023" r="97414">
                        <a14:foregroundMark x1="16667" y1="64368" x2="7184" y2="68391"/>
                        <a14:foregroundMark x1="87931" y1="70977" x2="97701" y2="50862"/>
                        <a14:foregroundMark x1="97701" y1="50862" x2="92816" y2="54023"/>
                        <a14:foregroundMark x1="69253" y1="52586" x2="57184" y2="55460"/>
                        <a14:foregroundMark x1="73851" y1="41092" x2="56609" y2="59770"/>
                        <a14:foregroundMark x1="56609" y1="59770" x2="71552" y2="54885"/>
                        <a14:foregroundMark x1="71552" y1="54885" x2="55460" y2="48851"/>
                        <a14:foregroundMark x1="55460" y1="48851" x2="56897" y2="57759"/>
                        <a14:foregroundMark x1="72414" y1="43966" x2="52299" y2="39943"/>
                        <a14:foregroundMark x1="71552" y1="41092" x2="52874" y2="56322"/>
                        <a14:foregroundMark x1="52874" y1="56322" x2="70690" y2="65230"/>
                        <a14:foregroundMark x1="70690" y1="65230" x2="75862" y2="46264"/>
                        <a14:foregroundMark x1="75862" y1="46264" x2="69253" y2="37356"/>
                        <a14:foregroundMark x1="76149" y1="46839" x2="74138" y2="66667"/>
                        <a14:foregroundMark x1="74138" y1="66667" x2="69253" y2="69253"/>
                        <a14:foregroundMark x1="66379" y1="69828" x2="55460" y2="42529"/>
                        <a14:foregroundMark x1="55460" y1="42529" x2="63793" y2="39943"/>
                        <a14:foregroundMark x1="56609" y1="42241" x2="55747" y2="67241"/>
                        <a14:foregroundMark x1="55747" y1="67241" x2="69253" y2="72701"/>
                        <a14:foregroundMark x1="59770" y1="68678" x2="45115" y2="41667"/>
                        <a14:foregroundMark x1="45115" y1="41667" x2="46552" y2="39655"/>
                        <a14:foregroundMark x1="52874" y1="42529" x2="51437" y2="57471"/>
                        <a14:foregroundMark x1="51437" y1="57471" x2="53736" y2="72126"/>
                        <a14:foregroundMark x1="53736" y1="72126" x2="55460" y2="73851"/>
                        <a14:foregroundMark x1="52011" y1="69828" x2="46839" y2="37644"/>
                        <a14:foregroundMark x1="48851" y1="45115" x2="50575" y2="60345"/>
                        <a14:foregroundMark x1="50575" y1="60345" x2="56897" y2="73563"/>
                        <a14:foregroundMark x1="73851" y1="68678" x2="72989" y2="43678"/>
                        <a14:foregroundMark x1="72989" y1="43678" x2="72701" y2="43103"/>
                        <a14:foregroundMark x1="73563" y1="41954" x2="79885" y2="62356"/>
                        <a14:foregroundMark x1="79885" y1="62356" x2="77586" y2="64943"/>
                        <a14:foregroundMark x1="79310" y1="65230" x2="73563" y2="40805"/>
                        <a14:foregroundMark x1="73563" y1="40805" x2="73563" y2="40805"/>
                        <a14:foregroundMark x1="74425" y1="44253" x2="86207" y2="64655"/>
                        <a14:foregroundMark x1="86207" y1="64655" x2="84483" y2="67529"/>
                        <a14:foregroundMark x1="82759" y1="58908" x2="74425" y2="37356"/>
                        <a14:foregroundMark x1="79310" y1="42816" x2="84483" y2="66954"/>
                        <a14:foregroundMark x1="6322" y1="69253" x2="4023" y2="669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512" y="618316"/>
            <a:ext cx="1556905" cy="155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ity Industry: Transform 3D Data to Build Anything">
            <a:extLst>
              <a:ext uri="{FF2B5EF4-FFF2-40B4-BE49-F238E27FC236}">
                <a16:creationId xmlns:a16="http://schemas.microsoft.com/office/drawing/2014/main" id="{CD780772-FED3-75B4-4CC8-BE1B54699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417" y="1492545"/>
            <a:ext cx="2433628" cy="136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6CACFB0-CA1B-7453-35E0-513AA7483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20" y="2271425"/>
            <a:ext cx="1202748" cy="120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IMP Graphic design editing Logo, gimp, graphic Design png | PNGEgg">
            <a:extLst>
              <a:ext uri="{FF2B5EF4-FFF2-40B4-BE49-F238E27FC236}">
                <a16:creationId xmlns:a16="http://schemas.microsoft.com/office/drawing/2014/main" id="{E00B5AED-D8CA-4C45-D76C-A3F0001C7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1333" y1="29756" x2="45222" y2="30732"/>
                        <a14:foregroundMark x1="45222" y1="30732" x2="43222" y2="42439"/>
                        <a14:foregroundMark x1="43222" y1="42439" x2="54000" y2="31951"/>
                        <a14:foregroundMark x1="54000" y1="31951" x2="48444" y2="32439"/>
                        <a14:foregroundMark x1="48444" y1="32439" x2="54444" y2="35610"/>
                        <a14:foregroundMark x1="51222" y1="30488" x2="45556" y2="26341"/>
                        <a14:foregroundMark x1="49128" y1="27103" x2="45222" y2="29024"/>
                        <a14:foregroundMark x1="45778" y1="32927" x2="50510" y2="26991"/>
                        <a14:foregroundMark x1="46775" y1="26285" x2="46444" y2="26341"/>
                        <a14:foregroundMark x1="52323" y1="24276" x2="52444" y2="24146"/>
                        <a14:foregroundMark x1="47222" y1="29756" x2="49738" y2="27053"/>
                        <a14:foregroundMark x1="52444" y1="24146" x2="53333" y2="25854"/>
                        <a14:foregroundMark x1="46787" y1="26323" x2="45000" y2="26829"/>
                        <a14:foregroundMark x1="45000" y1="26829" x2="44667" y2="28293"/>
                        <a14:foregroundMark x1="47111" y1="30000" x2="49473" y2="27075"/>
                        <a14:foregroundMark x1="43111" y1="37805" x2="34111" y2="37317"/>
                        <a14:foregroundMark x1="34111" y1="37317" x2="33000" y2="35854"/>
                        <a14:foregroundMark x1="47222" y1="25122" x2="50889" y2="24390"/>
                        <a14:foregroundMark x1="51444" y1="24146" x2="48889" y2="24146"/>
                        <a14:foregroundMark x1="48444" y1="24390" x2="50667" y2="23171"/>
                        <a14:foregroundMark x1="51556" y1="24634" x2="46667" y2="26829"/>
                        <a14:backgroundMark x1="51778" y1="22439" x2="51416" y2="224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004" y="3043016"/>
            <a:ext cx="3382453" cy="15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rello Logo Slack Atlassian, trello transparent background PNG clipart |  HiClipart">
            <a:extLst>
              <a:ext uri="{FF2B5EF4-FFF2-40B4-BE49-F238E27FC236}">
                <a16:creationId xmlns:a16="http://schemas.microsoft.com/office/drawing/2014/main" id="{2B877664-FD5B-6991-C9CB-469561AD5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0429" y1="37286" x2="36714" y2="44143"/>
                        <a14:foregroundMark x1="36714" y1="44143" x2="51143" y2="56429"/>
                        <a14:foregroundMark x1="51143" y1="56429" x2="61714" y2="42000"/>
                        <a14:foregroundMark x1="61714" y1="42000" x2="62571" y2="38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473" y="3626563"/>
            <a:ext cx="1586126" cy="15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iscord icon isolated on white background social media app round button logo  sign and symbol | Premium PSD">
            <a:extLst>
              <a:ext uri="{FF2B5EF4-FFF2-40B4-BE49-F238E27FC236}">
                <a16:creationId xmlns:a16="http://schemas.microsoft.com/office/drawing/2014/main" id="{5217722D-AABD-5E21-F3EC-9F7FE48BF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8333" r="90000">
                        <a14:foregroundMark x1="50000" y1="45278" x2="40833" y2="34444"/>
                        <a14:foregroundMark x1="40833" y1="34444" x2="35556" y2="36389"/>
                        <a14:foregroundMark x1="57500" y1="45833" x2="39167" y2="46944"/>
                        <a14:foregroundMark x1="39167" y1="46944" x2="48333" y2="57500"/>
                        <a14:foregroundMark x1="48333" y1="57500" x2="43333" y2="44444"/>
                        <a14:foregroundMark x1="43333" y1="44444" x2="49722" y2="49444"/>
                        <a14:foregroundMark x1="63056" y1="53056" x2="31389" y2="52500"/>
                        <a14:foregroundMark x1="31389" y1="52500" x2="51667" y2="40000"/>
                        <a14:foregroundMark x1="51667" y1="40000" x2="43889" y2="60833"/>
                        <a14:foregroundMark x1="43889" y1="60833" x2="46944" y2="39167"/>
                        <a14:foregroundMark x1="46944" y1="39167" x2="51667" y2="53333"/>
                        <a14:foregroundMark x1="51667" y1="53333" x2="41944" y2="40278"/>
                        <a14:foregroundMark x1="41944" y1="40278" x2="53333" y2="57222"/>
                        <a14:foregroundMark x1="53333" y1="57222" x2="46389" y2="44722"/>
                        <a14:foregroundMark x1="46389" y1="44722" x2="62500" y2="59722"/>
                        <a14:foregroundMark x1="62500" y1="59722" x2="90000" y2="45000"/>
                        <a14:foregroundMark x1="90000" y1="45000" x2="61389" y2="15278"/>
                        <a14:foregroundMark x1="61389" y1="15278" x2="47500" y2="8611"/>
                        <a14:foregroundMark x1="47500" y1="8611" x2="8333" y2="46111"/>
                        <a14:foregroundMark x1="8333" y1="46111" x2="13056" y2="65000"/>
                        <a14:foregroundMark x1="13056" y1="65000" x2="41111" y2="89444"/>
                        <a14:foregroundMark x1="41111" y1="89444" x2="56944" y2="90000"/>
                        <a14:foregroundMark x1="71944" y1="59167" x2="54167" y2="56111"/>
                        <a14:foregroundMark x1="54167" y1="56111" x2="46944" y2="41111"/>
                        <a14:foregroundMark x1="46944" y1="41111" x2="42778" y2="64167"/>
                        <a14:foregroundMark x1="42778" y1="64167" x2="56389" y2="43611"/>
                        <a14:foregroundMark x1="56389" y1="43611" x2="38056" y2="56111"/>
                        <a14:foregroundMark x1="38056" y1="56111" x2="47500" y2="43611"/>
                        <a14:foregroundMark x1="47500" y1="43611" x2="55556" y2="60833"/>
                        <a14:foregroundMark x1="57500" y1="34167" x2="35556" y2="41389"/>
                        <a14:foregroundMark x1="35556" y1="41389" x2="26389" y2="72222"/>
                        <a14:foregroundMark x1="26389" y1="72222" x2="41389" y2="78056"/>
                        <a14:foregroundMark x1="42222" y1="71944" x2="40833" y2="57222"/>
                        <a14:foregroundMark x1="40833" y1="57222" x2="68056" y2="41944"/>
                        <a14:foregroundMark x1="68056" y1="41944" x2="68056" y2="63056"/>
                        <a14:foregroundMark x1="72778" y1="74167" x2="68056" y2="33889"/>
                        <a14:foregroundMark x1="68889" y1="52222" x2="62778" y2="752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5041" y="4516500"/>
            <a:ext cx="1392378" cy="1392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lay OS A macOS Icon, GitHub Desktop, white cat on purple background icon  transparent background PNG clipart | HiClipart">
            <a:extLst>
              <a:ext uri="{FF2B5EF4-FFF2-40B4-BE49-F238E27FC236}">
                <a16:creationId xmlns:a16="http://schemas.microsoft.com/office/drawing/2014/main" id="{28E943AA-7E24-3C64-03F6-B3D2DDCE2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250" b="92250" l="6875" r="91875">
                        <a14:foregroundMark x1="47625" y1="24125" x2="27000" y2="28000"/>
                        <a14:foregroundMark x1="27000" y1="28000" x2="31875" y2="63125"/>
                        <a14:foregroundMark x1="31875" y1="63125" x2="60500" y2="57000"/>
                        <a14:foregroundMark x1="60500" y1="57000" x2="40875" y2="62250"/>
                        <a14:foregroundMark x1="40875" y1="62250" x2="63250" y2="79750"/>
                        <a14:foregroundMark x1="63250" y1="79750" x2="41125" y2="84500"/>
                        <a14:foregroundMark x1="41125" y1="84500" x2="34250" y2="71875"/>
                        <a14:foregroundMark x1="34250" y1="71875" x2="63625" y2="79625"/>
                        <a14:foregroundMark x1="63625" y1="79625" x2="84250" y2="56625"/>
                        <a14:foregroundMark x1="84250" y1="56625" x2="78125" y2="31375"/>
                        <a14:foregroundMark x1="78125" y1="31375" x2="50125" y2="11750"/>
                        <a14:foregroundMark x1="50125" y1="11750" x2="37875" y2="13375"/>
                        <a14:foregroundMark x1="37875" y1="13375" x2="14500" y2="35875"/>
                        <a14:foregroundMark x1="14500" y1="35875" x2="8125" y2="45500"/>
                        <a14:foregroundMark x1="8125" y1="45500" x2="9875" y2="60375"/>
                        <a14:foregroundMark x1="9875" y1="60375" x2="23250" y2="79125"/>
                        <a14:foregroundMark x1="23250" y1="79125" x2="51500" y2="87000"/>
                        <a14:foregroundMark x1="51500" y1="87000" x2="73750" y2="80000"/>
                        <a14:foregroundMark x1="73750" y1="80000" x2="78500" y2="64250"/>
                        <a14:foregroundMark x1="78500" y1="64250" x2="76375" y2="44500"/>
                        <a14:foregroundMark x1="76375" y1="44500" x2="77375" y2="41875"/>
                        <a14:foregroundMark x1="91875" y1="53125" x2="53875" y2="44500"/>
                        <a14:foregroundMark x1="81250" y1="61875" x2="42500" y2="43000"/>
                        <a14:foregroundMark x1="71125" y1="66000" x2="32625" y2="36625"/>
                        <a14:foregroundMark x1="56875" y1="45750" x2="42750" y2="29750"/>
                        <a14:foregroundMark x1="71625" y1="43750" x2="46625" y2="31250"/>
                        <a14:foregroundMark x1="69625" y1="41500" x2="56125" y2="15125"/>
                        <a14:foregroundMark x1="56125" y1="15125" x2="50375" y2="9500"/>
                        <a14:foregroundMark x1="50375" y1="9500" x2="49625" y2="9250"/>
                        <a14:foregroundMark x1="38250" y1="89875" x2="46375" y2="90625"/>
                        <a14:foregroundMark x1="46375" y1="90625" x2="59250" y2="87625"/>
                        <a14:foregroundMark x1="59250" y1="87625" x2="61000" y2="85875"/>
                        <a14:foregroundMark x1="62750" y1="91625" x2="59500" y2="92250"/>
                        <a14:foregroundMark x1="45500" y1="70250" x2="34250" y2="30875"/>
                        <a14:foregroundMark x1="34250" y1="30875" x2="34500" y2="30250"/>
                        <a14:foregroundMark x1="7625" y1="53500" x2="6875" y2="48125"/>
                        <a14:foregroundMark x1="79500" y1="60500" x2="78000" y2="52250"/>
                        <a14:foregroundMark x1="78000" y1="52250" x2="65500" y2="27375"/>
                        <a14:foregroundMark x1="65500" y1="27375" x2="59625" y2="23000"/>
                        <a14:backgroundMark x1="6875" y1="42125" x2="6875" y2="42125"/>
                        <a14:backgroundMark x1="6375" y1="54250" x2="6375" y2="54250"/>
                        <a14:backgroundMark x1="6625" y1="59250" x2="6625" y2="59250"/>
                        <a14:backgroundMark x1="7250" y1="60000" x2="7000" y2="59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853" y="5287421"/>
            <a:ext cx="1130564" cy="113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76F3EDC-37C4-415E-14DF-B3D699AA11F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885586">
            <a:off x="14588078" y="1808177"/>
            <a:ext cx="5427526" cy="41658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8" name="Picture 10" descr="Trello Logo Slack Atlassian, trello transparent background PNG clipart |  HiClipart">
            <a:extLst>
              <a:ext uri="{FF2B5EF4-FFF2-40B4-BE49-F238E27FC236}">
                <a16:creationId xmlns:a16="http://schemas.microsoft.com/office/drawing/2014/main" id="{005334E9-9839-1770-08F5-326ED7051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40429" y1="37286" x2="36714" y2="44143"/>
                        <a14:foregroundMark x1="36714" y1="44143" x2="51143" y2="56429"/>
                        <a14:foregroundMark x1="51143" y1="56429" x2="61714" y2="42000"/>
                        <a14:foregroundMark x1="61714" y1="42000" x2="62571" y2="38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82968">
            <a:off x="-8701879" y="4015284"/>
            <a:ext cx="1586126" cy="15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lay OS A macOS Icon, GitHub Desktop, white cat on purple background icon  transparent background PNG clipart | HiClipart">
            <a:extLst>
              <a:ext uri="{FF2B5EF4-FFF2-40B4-BE49-F238E27FC236}">
                <a16:creationId xmlns:a16="http://schemas.microsoft.com/office/drawing/2014/main" id="{C96A3ABE-D40D-A87D-C866-E37DCD55B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9250" b="92250" l="6875" r="91875">
                        <a14:foregroundMark x1="47625" y1="24125" x2="27000" y2="28000"/>
                        <a14:foregroundMark x1="27000" y1="28000" x2="31875" y2="63125"/>
                        <a14:foregroundMark x1="31875" y1="63125" x2="60500" y2="57000"/>
                        <a14:foregroundMark x1="60500" y1="57000" x2="40875" y2="62250"/>
                        <a14:foregroundMark x1="40875" y1="62250" x2="63250" y2="79750"/>
                        <a14:foregroundMark x1="63250" y1="79750" x2="41125" y2="84500"/>
                        <a14:foregroundMark x1="41125" y1="84500" x2="34250" y2="71875"/>
                        <a14:foregroundMark x1="34250" y1="71875" x2="63625" y2="79625"/>
                        <a14:foregroundMark x1="63625" y1="79625" x2="84250" y2="56625"/>
                        <a14:foregroundMark x1="84250" y1="56625" x2="78125" y2="31375"/>
                        <a14:foregroundMark x1="78125" y1="31375" x2="50125" y2="11750"/>
                        <a14:foregroundMark x1="50125" y1="11750" x2="37875" y2="13375"/>
                        <a14:foregroundMark x1="37875" y1="13375" x2="14500" y2="35875"/>
                        <a14:foregroundMark x1="14500" y1="35875" x2="8125" y2="45500"/>
                        <a14:foregroundMark x1="8125" y1="45500" x2="9875" y2="60375"/>
                        <a14:foregroundMark x1="9875" y1="60375" x2="23250" y2="79125"/>
                        <a14:foregroundMark x1="23250" y1="79125" x2="51500" y2="87000"/>
                        <a14:foregroundMark x1="51500" y1="87000" x2="73750" y2="80000"/>
                        <a14:foregroundMark x1="73750" y1="80000" x2="78500" y2="64250"/>
                        <a14:foregroundMark x1="78500" y1="64250" x2="76375" y2="44500"/>
                        <a14:foregroundMark x1="76375" y1="44500" x2="77375" y2="41875"/>
                        <a14:foregroundMark x1="91875" y1="53125" x2="53875" y2="44500"/>
                        <a14:foregroundMark x1="81250" y1="61875" x2="42500" y2="43000"/>
                        <a14:foregroundMark x1="71125" y1="66000" x2="32625" y2="36625"/>
                        <a14:foregroundMark x1="56875" y1="45750" x2="42750" y2="29750"/>
                        <a14:foregroundMark x1="71625" y1="43750" x2="46625" y2="31250"/>
                        <a14:foregroundMark x1="69625" y1="41500" x2="56125" y2="15125"/>
                        <a14:foregroundMark x1="56125" y1="15125" x2="50375" y2="9500"/>
                        <a14:foregroundMark x1="50375" y1="9500" x2="49625" y2="9250"/>
                        <a14:foregroundMark x1="38250" y1="89875" x2="46375" y2="90625"/>
                        <a14:foregroundMark x1="46375" y1="90625" x2="59250" y2="87625"/>
                        <a14:foregroundMark x1="59250" y1="87625" x2="61000" y2="85875"/>
                        <a14:foregroundMark x1="62750" y1="91625" x2="59500" y2="92250"/>
                        <a14:foregroundMark x1="45500" y1="70250" x2="34250" y2="30875"/>
                        <a14:foregroundMark x1="34250" y1="30875" x2="34500" y2="30250"/>
                        <a14:foregroundMark x1="7625" y1="53500" x2="6875" y2="48125"/>
                        <a14:foregroundMark x1="79500" y1="60500" x2="78000" y2="52250"/>
                        <a14:foregroundMark x1="78000" y1="52250" x2="65500" y2="27375"/>
                        <a14:foregroundMark x1="65500" y1="27375" x2="59625" y2="23000"/>
                        <a14:backgroundMark x1="6875" y1="42125" x2="6875" y2="42125"/>
                        <a14:backgroundMark x1="6375" y1="54250" x2="6375" y2="54250"/>
                        <a14:backgroundMark x1="6625" y1="59250" x2="6625" y2="59250"/>
                        <a14:backgroundMark x1="7250" y1="60000" x2="7000" y2="59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2230">
            <a:off x="13723868" y="4846390"/>
            <a:ext cx="1130564" cy="1130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0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20127F0E-4126-A605-37D9-7B5F7454BC90}"/>
              </a:ext>
            </a:extLst>
          </p:cNvPr>
          <p:cNvSpPr/>
          <p:nvPr/>
        </p:nvSpPr>
        <p:spPr>
          <a:xfrm>
            <a:off x="359221" y="211015"/>
            <a:ext cx="37076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Statisztika:</a:t>
            </a:r>
            <a:endParaRPr lang="hu-HU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graphicFrame>
        <p:nvGraphicFramePr>
          <p:cNvPr id="6" name="Táblázat 5">
            <a:extLst>
              <a:ext uri="{FF2B5EF4-FFF2-40B4-BE49-F238E27FC236}">
                <a16:creationId xmlns:a16="http://schemas.microsoft.com/office/drawing/2014/main" id="{F752BBC6-AA02-B40C-0636-74DCE6D09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713843"/>
              </p:ext>
            </p:extLst>
          </p:nvPr>
        </p:nvGraphicFramePr>
        <p:xfrm>
          <a:off x="2777281" y="1333541"/>
          <a:ext cx="6637438" cy="4190917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500775">
                  <a:extLst>
                    <a:ext uri="{9D8B030D-6E8A-4147-A177-3AD203B41FA5}">
                      <a16:colId xmlns:a16="http://schemas.microsoft.com/office/drawing/2014/main" val="898387220"/>
                    </a:ext>
                  </a:extLst>
                </a:gridCol>
                <a:gridCol w="4136663">
                  <a:extLst>
                    <a:ext uri="{9D8B030D-6E8A-4147-A177-3AD203B41FA5}">
                      <a16:colId xmlns:a16="http://schemas.microsoft.com/office/drawing/2014/main" val="95010914"/>
                    </a:ext>
                  </a:extLst>
                </a:gridCol>
              </a:tblGrid>
              <a:tr h="784047">
                <a:tc>
                  <a:txBody>
                    <a:bodyPr/>
                    <a:lstStyle/>
                    <a:p>
                      <a:pPr algn="ctr"/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112007" marR="112007" marT="56003" marB="56003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44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Óra</a:t>
                      </a:r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334" marR="9334" marT="9334" marB="0" anchor="b"/>
                </a:tc>
                <a:extLst>
                  <a:ext uri="{0D108BD9-81ED-4DB2-BD59-A6C34878D82A}">
                    <a16:rowId xmlns:a16="http://schemas.microsoft.com/office/drawing/2014/main" val="3925334905"/>
                  </a:ext>
                </a:extLst>
              </a:tr>
              <a:tr h="6813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hu-HU" sz="4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Github</a:t>
                      </a:r>
                      <a:endParaRPr lang="hu-HU" sz="4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334" marR="9334" marT="933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hu-HU" sz="44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231 </a:t>
                      </a:r>
                      <a:r>
                        <a:rPr lang="hu-HU" sz="4400" b="0" u="none" strike="noStrike" kern="1200" dirty="0" err="1">
                          <a:solidFill>
                            <a:srgbClr val="000000"/>
                          </a:solidFill>
                          <a:effectLst/>
                        </a:rPr>
                        <a:t>Commits</a:t>
                      </a:r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334" marR="9334" marT="9334" marB="0" anchor="b"/>
                </a:tc>
                <a:extLst>
                  <a:ext uri="{0D108BD9-81ED-4DB2-BD59-A6C34878D82A}">
                    <a16:rowId xmlns:a16="http://schemas.microsoft.com/office/drawing/2014/main" val="306900907"/>
                  </a:ext>
                </a:extLst>
              </a:tr>
              <a:tr h="6813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hu-HU" sz="4400" b="0" u="none" strike="noStrike" kern="1200" dirty="0" err="1">
                          <a:solidFill>
                            <a:srgbClr val="000000"/>
                          </a:solidFill>
                          <a:effectLst/>
                        </a:rPr>
                        <a:t>Blender</a:t>
                      </a:r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334" marR="9334" marT="933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hu-HU" sz="44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110</a:t>
                      </a:r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334" marR="9334" marT="9334" marB="0" anchor="b"/>
                </a:tc>
                <a:extLst>
                  <a:ext uri="{0D108BD9-81ED-4DB2-BD59-A6C34878D82A}">
                    <a16:rowId xmlns:a16="http://schemas.microsoft.com/office/drawing/2014/main" val="1767544270"/>
                  </a:ext>
                </a:extLst>
              </a:tr>
              <a:tr h="6813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hu-HU" sz="4400" b="0" u="none" strike="noStrike" kern="1200" dirty="0" err="1">
                          <a:solidFill>
                            <a:srgbClr val="000000"/>
                          </a:solidFill>
                          <a:effectLst/>
                        </a:rPr>
                        <a:t>Unity</a:t>
                      </a:r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334" marR="9334" marT="9334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hu-HU" sz="44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45</a:t>
                      </a:r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334" marR="9334" marT="9334" marB="0" anchor="b"/>
                </a:tc>
                <a:extLst>
                  <a:ext uri="{0D108BD9-81ED-4DB2-BD59-A6C34878D82A}">
                    <a16:rowId xmlns:a16="http://schemas.microsoft.com/office/drawing/2014/main" val="1348812085"/>
                  </a:ext>
                </a:extLst>
              </a:tr>
              <a:tr h="6813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hu-HU" sz="4400" b="0" u="none" strike="noStrike" kern="1200" dirty="0" err="1">
                          <a:solidFill>
                            <a:srgbClr val="000000"/>
                          </a:solidFill>
                          <a:effectLst/>
                        </a:rPr>
                        <a:t>Gimp</a:t>
                      </a:r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334" marR="9334" marT="9334" marB="0" anchor="b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hu-HU" sz="44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55</a:t>
                      </a:r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334" marR="9334" marT="9334" marB="0" anchor="b"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639531"/>
                  </a:ext>
                </a:extLst>
              </a:tr>
              <a:tr h="681374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hu-HU" sz="44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Összesen</a:t>
                      </a:r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334" marR="9334" marT="9334" marB="0" anchor="b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hu-HU" sz="44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210</a:t>
                      </a:r>
                      <a:endParaRPr lang="hu-HU" sz="44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334" marR="9334" marT="9334" marB="0" anchor="b"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49307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947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églalap 1">
            <a:extLst>
              <a:ext uri="{FF2B5EF4-FFF2-40B4-BE49-F238E27FC236}">
                <a16:creationId xmlns:a16="http://schemas.microsoft.com/office/drawing/2014/main" id="{40ED126B-B7DE-390B-7EE3-7F308B294BA1}"/>
              </a:ext>
            </a:extLst>
          </p:cNvPr>
          <p:cNvSpPr/>
          <p:nvPr/>
        </p:nvSpPr>
        <p:spPr>
          <a:xfrm>
            <a:off x="1309689" y="2828835"/>
            <a:ext cx="95726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u-HU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1664447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Vörös–lila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57</Words>
  <Application>Microsoft Office PowerPoint</Application>
  <PresentationFormat>Szélesvásznú</PresentationFormat>
  <Paragraphs>35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Wingdings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Zoltán Arany</dc:creator>
  <cp:lastModifiedBy>Zoltán Arany</cp:lastModifiedBy>
  <cp:revision>4</cp:revision>
  <dcterms:created xsi:type="dcterms:W3CDTF">2025-11-11T20:05:12Z</dcterms:created>
  <dcterms:modified xsi:type="dcterms:W3CDTF">2026-02-13T07:33:27Z</dcterms:modified>
</cp:coreProperties>
</file>