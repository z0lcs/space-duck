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6" r:id="rId3"/>
    <p:sldId id="270" r:id="rId4"/>
    <p:sldId id="269" r:id="rId5"/>
    <p:sldId id="273" r:id="rId6"/>
    <p:sldId id="272" r:id="rId7"/>
    <p:sldId id="274" r:id="rId8"/>
    <p:sldId id="271" r:id="rId9"/>
    <p:sldId id="259" r:id="rId10"/>
    <p:sldId id="267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4A25C-0717-4B4D-8658-E50D5A501FB1}" v="444" dt="2025-12-06T08:53:45.1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0DF9E-C45A-4E67-A923-70ED776EA253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57050-4D13-4F2F-81FC-61EF05891E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617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57050-4D13-4F2F-81FC-61EF05891EF8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640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0E48CB-126C-D325-D9C3-52B0B89FD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F2457E3-5493-78CC-366A-0F3F9380E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95E8772-C4F0-703E-F989-242CA5DF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79BBA7-43D6-3468-4570-C29572FB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716FB6C-3279-E370-0D68-746FD451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07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A9072A-790C-1DFB-86A3-56D35639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BDC104-C7C5-CF30-A877-3D196E45A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6A5EDDC-140A-A644-B7FB-112487F9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6483F8-ED70-586C-E835-3F4D4BFB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037620-F397-700A-A9CA-0C1C73D5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262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56CA9F-92E2-A454-12D8-63AAFA27D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63D7310-EB5C-4D10-F7EC-B2F584C9D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9FEB5D-E555-037E-6D9D-8B99D8B4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E5558E-0386-70C0-3245-D52620B7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9C8C279-6E34-015D-3C55-CF526C90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199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B2C5C4-8BEC-8532-8112-6A2FF0B9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254BA4-AF32-BAA3-1428-D21E46A01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8489B9F-B455-1E56-FCEC-4D2DD6AC0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9028783-0794-797B-93FA-02A3EDE3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58AA7CE-51E8-2466-F06C-7CAF85ED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5CCE455-7D5D-478D-26E5-A51751042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035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2F77A1-20D6-EDBC-CA40-7EBADAB2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9AB4C61-3050-1CE9-BAC8-E4EB437CA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4C26B4-CBDC-5CA0-D351-357F79CD3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6B58DF1-08C1-41A1-32DC-31A206E7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B511167-2100-2938-5EBA-7BAFE9285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15888D3-CD52-40D7-FA1D-E9948CF2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8B90669-9EC8-9830-B3B3-64F0093D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17329F5-E6BF-7513-4442-592D881F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507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2C27C3-F6C6-95E5-E29A-345D6487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74A338D-2F7D-1D1F-0428-831CCD83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B1BE834-496B-9804-EA13-6C801397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32B8EB1-F4F5-CF46-88C6-CD9A42DD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96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BCC7F8B-0984-1944-590F-39E88762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1733C1F-07AE-5F4B-095E-0A59C2F9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EBFD260-21DE-AD5D-2B5E-B8EC2EE9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147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FBB74-416D-0B0E-21FF-FAFFFBD4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D255B6-008A-295B-1939-437A87245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3D25569-BFB7-21FB-7797-154AF1C6E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030A7C3-DEB4-3139-AF9B-11D9BAEB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1D52EF7-3406-BE00-3505-5D61FF2D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DD71879-84B7-265F-C251-3CFC2F60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876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95A707-43A2-9137-D1F5-811FD6984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080D80F-C4B5-47ED-BD9C-CBEC6374B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A374A19-E1FA-0E24-903E-D14E605D2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728A7E0-7930-D978-9A8E-C4882492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321AF02-3B9C-9DCB-CE7B-91B1BDA4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01071DF-86D1-4969-CA6E-6FAC9AF2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237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7A8FCB-1F3B-7D78-0856-01F490FC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4E677FD-B9AF-BF66-FA47-93C0F5EE4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DD2EEB-AA12-F130-5B75-34118038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1196EF-C31B-B067-918E-8163175B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44108D-4051-3651-FD5A-320D3BAA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581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4EF539E-AF07-00A5-8162-B76EC9524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6C7C974-1449-AC7B-35CA-BE0BE9456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A7C9A1C-4A4E-55F0-94F4-E8DD5E68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ACFC42-4DAD-880D-87CB-8BDF26E1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6E4DE8A-5E30-E89E-C924-EACC843A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72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DFC17A9-5F1A-65CC-F683-09A53B33B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A0F8DF5-071F-958C-376D-9318C56EA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0518E23-164E-09A4-2026-191691872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ABAD8-BADB-4BD6-BD22-7C2595E248C9}" type="datetimeFigureOut">
              <a:rPr lang="hu-HU" smtClean="0"/>
              <a:t>2026. 01. 17.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1A2EB4-B916-EECB-DCCD-28E524F75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461C7BE-7C4F-057C-7A1C-2A895B279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57E44-74DC-45C1-9D6A-481CA09B27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930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5.wdp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microsoft.com/office/2007/relationships/hdphoto" Target="../media/hdphoto4.wdp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microsoft.com/office/2007/relationships/hdphoto" Target="../media/hdphoto3.wdp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292100" sx="100000" sy="100000" flip="none" algn="b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038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Térhatású modell 3" descr="Rubber Duck">
                <a:extLst>
                  <a:ext uri="{FF2B5EF4-FFF2-40B4-BE49-F238E27FC236}">
                    <a16:creationId xmlns:a16="http://schemas.microsoft.com/office/drawing/2014/main" id="{A9C46C54-52CB-0254-847D-AF0A53CF92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391493">
              <a:off x="8610595" y="1148604"/>
              <a:ext cx="2636857" cy="4026680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2636857" cy="4026680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8067649" ay="4556156" az="811992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0638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Térhatású modell 3" descr="Rubber Duck">
                <a:extLst>
                  <a:ext uri="{FF2B5EF4-FFF2-40B4-BE49-F238E27FC236}">
                    <a16:creationId xmlns:a16="http://schemas.microsoft.com/office/drawing/2014/main" id="{A9C46C54-52CB-0254-847D-AF0A53CF92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91493">
                <a:off x="8610595" y="1148604"/>
                <a:ext cx="2636857" cy="40266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Szövegdoboz 4">
            <a:extLst>
              <a:ext uri="{FF2B5EF4-FFF2-40B4-BE49-F238E27FC236}">
                <a16:creationId xmlns:a16="http://schemas.microsoft.com/office/drawing/2014/main" id="{ACE14924-8CFE-976E-B6CF-0DF802CE27F7}"/>
              </a:ext>
            </a:extLst>
          </p:cNvPr>
          <p:cNvSpPr txBox="1"/>
          <p:nvPr/>
        </p:nvSpPr>
        <p:spPr>
          <a:xfrm>
            <a:off x="1257301" y="1403858"/>
            <a:ext cx="63904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hu-HU" sz="5000">
                <a:solidFill>
                  <a:srgbClr val="FF00FF"/>
                </a:solidFill>
              </a:rPr>
              <a:t>Love story</a:t>
            </a:r>
          </a:p>
          <a:p>
            <a:pPr marL="914400" indent="-914400">
              <a:buFont typeface="+mj-lt"/>
              <a:buAutoNum type="arabicPeriod"/>
            </a:pPr>
            <a:r>
              <a:rPr lang="hu-HU" sz="5000">
                <a:solidFill>
                  <a:srgbClr val="FF00FF"/>
                </a:solidFill>
              </a:rPr>
              <a:t>Kacsa</a:t>
            </a:r>
          </a:p>
          <a:p>
            <a:pPr marL="914400" indent="-914400">
              <a:buFont typeface="+mj-lt"/>
              <a:buAutoNum type="arabicPeriod"/>
            </a:pPr>
            <a:r>
              <a:rPr lang="hu-HU" sz="5000">
                <a:solidFill>
                  <a:srgbClr val="FF00FF"/>
                </a:solidFill>
              </a:rPr>
              <a:t>Űrhajóvonat</a:t>
            </a:r>
          </a:p>
          <a:p>
            <a:pPr marL="914400" indent="-914400">
              <a:buFont typeface="+mj-lt"/>
              <a:buAutoNum type="arabicPeriod"/>
            </a:pPr>
            <a:r>
              <a:rPr lang="hu-HU" sz="5000">
                <a:solidFill>
                  <a:srgbClr val="FF00FF"/>
                </a:solidFill>
              </a:rPr>
              <a:t>Hiba</a:t>
            </a:r>
          </a:p>
          <a:p>
            <a:pPr marL="914400" indent="-914400">
              <a:buFont typeface="+mj-lt"/>
              <a:buAutoNum type="arabicPeriod"/>
            </a:pPr>
            <a:r>
              <a:rPr lang="hu-HU" sz="5000">
                <a:solidFill>
                  <a:srgbClr val="FF00FF"/>
                </a:solidFill>
              </a:rPr>
              <a:t>Ismeretlen bolygó</a:t>
            </a:r>
          </a:p>
          <a:p>
            <a:pPr marL="914400" indent="-914400">
              <a:buFont typeface="+mj-lt"/>
              <a:buAutoNum type="arabicPeriod"/>
            </a:pPr>
            <a:r>
              <a:rPr lang="hu-HU" sz="5000">
                <a:solidFill>
                  <a:srgbClr val="FF00FF"/>
                </a:solidFill>
              </a:rPr>
              <a:t>Mentőakció</a:t>
            </a:r>
          </a:p>
          <a:p>
            <a:pPr marL="914400" indent="-914400">
              <a:buFont typeface="+mj-lt"/>
              <a:buAutoNum type="arabicPeriod"/>
            </a:pPr>
            <a:endParaRPr lang="hu-HU">
              <a:solidFill>
                <a:schemeClr val="accent1"/>
              </a:solidFill>
            </a:endParaRPr>
          </a:p>
          <a:p>
            <a:endParaRPr lang="hu-HU">
              <a:solidFill>
                <a:schemeClr val="accent1"/>
              </a:solidFill>
            </a:endParaRP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92849E2-39B0-60E5-0573-1E46F76CC6E3}"/>
              </a:ext>
            </a:extLst>
          </p:cNvPr>
          <p:cNvSpPr/>
          <p:nvPr/>
        </p:nvSpPr>
        <p:spPr>
          <a:xfrm>
            <a:off x="434286" y="397400"/>
            <a:ext cx="6273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Projektünk sztorija:</a:t>
            </a:r>
          </a:p>
        </p:txBody>
      </p:sp>
    </p:spTree>
    <p:extLst>
      <p:ext uri="{BB962C8B-B14F-4D97-AF65-F5344CB8AC3E}">
        <p14:creationId xmlns:p14="http://schemas.microsoft.com/office/powerpoint/2010/main" val="4245481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142C-D884-DB01-BA2D-3AE47FB4A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26BC591F-E9CF-1E50-871D-6A5A39E3E76C}"/>
              </a:ext>
            </a:extLst>
          </p:cNvPr>
          <p:cNvSpPr>
            <a:spLocks/>
          </p:cNvSpPr>
          <p:nvPr/>
        </p:nvSpPr>
        <p:spPr>
          <a:xfrm>
            <a:off x="322695" y="1266904"/>
            <a:ext cx="11546610" cy="5230542"/>
          </a:xfrm>
          <a:prstGeom prst="rect">
            <a:avLst/>
          </a:prstGeom>
          <a:solidFill>
            <a:srgbClr val="00B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bg1"/>
              </a:solidFill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58FFCF3-87D7-BC15-96EB-216B4ABB1FE0}"/>
              </a:ext>
            </a:extLst>
          </p:cNvPr>
          <p:cNvSpPr/>
          <p:nvPr/>
        </p:nvSpPr>
        <p:spPr>
          <a:xfrm>
            <a:off x="90976" y="133669"/>
            <a:ext cx="105226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Decemberi Tervek, mérföldkövek</a:t>
            </a:r>
            <a:endParaRPr lang="hu-HU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A6DA4A4-CB3B-394C-CE94-6E4588DAD4F9}"/>
              </a:ext>
            </a:extLst>
          </p:cNvPr>
          <p:cNvSpPr txBox="1"/>
          <p:nvPr/>
        </p:nvSpPr>
        <p:spPr>
          <a:xfrm>
            <a:off x="532283" y="2319516"/>
            <a:ext cx="5511928" cy="3970318"/>
          </a:xfrm>
          <a:prstGeom prst="rect">
            <a:avLst/>
          </a:prstGeom>
          <a:noFill/>
        </p:spPr>
        <p:txBody>
          <a:bodyPr wrap="square" numCol="1" spcCol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Tutorial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Képregény animációval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Ikonok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 err="1">
                <a:solidFill>
                  <a:schemeClr val="bg1"/>
                </a:solidFill>
              </a:rPr>
              <a:t>Craft</a:t>
            </a:r>
            <a:r>
              <a:rPr lang="hu-HU" sz="3600" dirty="0">
                <a:solidFill>
                  <a:schemeClr val="bg1"/>
                </a:solidFill>
              </a:rPr>
              <a:t>, </a:t>
            </a:r>
            <a:r>
              <a:rPr lang="hu-HU" sz="3600" dirty="0" err="1">
                <a:solidFill>
                  <a:schemeClr val="bg1"/>
                </a:solidFill>
              </a:rPr>
              <a:t>quest</a:t>
            </a:r>
            <a:r>
              <a:rPr lang="hu-HU" sz="3600" dirty="0">
                <a:solidFill>
                  <a:schemeClr val="bg1"/>
                </a:solidFill>
              </a:rPr>
              <a:t> rendszer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3D elemek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 err="1">
                <a:solidFill>
                  <a:schemeClr val="bg1"/>
                </a:solidFill>
              </a:rPr>
              <a:t>Inventory</a:t>
            </a:r>
            <a:endParaRPr lang="hu-HU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Felszállás animáció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DE16972-9D89-9329-8D6F-3425C42B3330}"/>
              </a:ext>
            </a:extLst>
          </p:cNvPr>
          <p:cNvSpPr txBox="1"/>
          <p:nvPr/>
        </p:nvSpPr>
        <p:spPr>
          <a:xfrm>
            <a:off x="532283" y="1348187"/>
            <a:ext cx="30110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>
                <a:solidFill>
                  <a:schemeClr val="bg1"/>
                </a:solidFill>
              </a:rPr>
              <a:t>Elkészült:</a:t>
            </a: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914ED6C0-2ED7-98C5-F968-DB96CE8FEFAA}"/>
              </a:ext>
            </a:extLst>
          </p:cNvPr>
          <p:cNvCxnSpPr>
            <a:cxnSpLocks/>
          </p:cNvCxnSpPr>
          <p:nvPr/>
        </p:nvCxnSpPr>
        <p:spPr>
          <a:xfrm>
            <a:off x="322695" y="2198913"/>
            <a:ext cx="115466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églalap 12">
            <a:extLst>
              <a:ext uri="{FF2B5EF4-FFF2-40B4-BE49-F238E27FC236}">
                <a16:creationId xmlns:a16="http://schemas.microsoft.com/office/drawing/2014/main" id="{2394A9CC-E2E2-5C4E-F633-9BEEDED96688}"/>
              </a:ext>
            </a:extLst>
          </p:cNvPr>
          <p:cNvSpPr>
            <a:spLocks/>
          </p:cNvSpPr>
          <p:nvPr/>
        </p:nvSpPr>
        <p:spPr>
          <a:xfrm>
            <a:off x="12283301" y="1266904"/>
            <a:ext cx="5721516" cy="5230542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A57515F-3745-BAC5-AF56-1FF65CFBA500}"/>
              </a:ext>
            </a:extLst>
          </p:cNvPr>
          <p:cNvSpPr txBox="1"/>
          <p:nvPr/>
        </p:nvSpPr>
        <p:spPr>
          <a:xfrm>
            <a:off x="12584384" y="2319516"/>
            <a:ext cx="6240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Main game</a:t>
            </a:r>
          </a:p>
          <a:p>
            <a:endParaRPr lang="hu-HU" sz="1400" dirty="0">
              <a:solidFill>
                <a:schemeClr val="accent1"/>
              </a:solidFill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144F7D17-9EF0-3FA9-2958-9A370F73ADF1}"/>
              </a:ext>
            </a:extLst>
          </p:cNvPr>
          <p:cNvSpPr txBox="1"/>
          <p:nvPr/>
        </p:nvSpPr>
        <p:spPr>
          <a:xfrm>
            <a:off x="12584384" y="1348188"/>
            <a:ext cx="42977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>
                <a:solidFill>
                  <a:schemeClr val="bg1"/>
                </a:solidFill>
              </a:rPr>
              <a:t>Nem készült el:</a:t>
            </a: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44CC40F1-1F68-F35F-EDC8-A97D88DA51F7}"/>
              </a:ext>
            </a:extLst>
          </p:cNvPr>
          <p:cNvCxnSpPr>
            <a:cxnSpLocks/>
          </p:cNvCxnSpPr>
          <p:nvPr/>
        </p:nvCxnSpPr>
        <p:spPr>
          <a:xfrm>
            <a:off x="12234533" y="1266904"/>
            <a:ext cx="0" cy="52061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852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D8FD-E9A0-6A65-06AE-E34D4760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42FC3D28-4F44-B0AF-A263-EA4E62AAF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2695" y="1266904"/>
            <a:ext cx="5721516" cy="5230542"/>
          </a:xfrm>
          <a:prstGeom prst="rect">
            <a:avLst/>
          </a:prstGeom>
          <a:solidFill>
            <a:srgbClr val="00B05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bg1"/>
              </a:solidFill>
            </a:endParaRP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7D7327EF-0157-D6FF-D0BC-84C0C0B62493}"/>
              </a:ext>
            </a:extLst>
          </p:cNvPr>
          <p:cNvSpPr>
            <a:spLocks/>
          </p:cNvSpPr>
          <p:nvPr/>
        </p:nvSpPr>
        <p:spPr>
          <a:xfrm>
            <a:off x="6147790" y="1266904"/>
            <a:ext cx="5721516" cy="5230542"/>
          </a:xfrm>
          <a:prstGeom prst="rect">
            <a:avLst/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74F6D3C7-23EF-D607-3A40-1C868C3164C5}"/>
              </a:ext>
            </a:extLst>
          </p:cNvPr>
          <p:cNvSpPr/>
          <p:nvPr/>
        </p:nvSpPr>
        <p:spPr>
          <a:xfrm>
            <a:off x="104920" y="133669"/>
            <a:ext cx="104947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Decemberi Tervek, mérföldkövek</a:t>
            </a:r>
            <a:endParaRPr lang="hu-HU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C1B8D52-CCCB-9D0C-5DFF-7E6AA59EC786}"/>
              </a:ext>
            </a:extLst>
          </p:cNvPr>
          <p:cNvSpPr txBox="1"/>
          <p:nvPr/>
        </p:nvSpPr>
        <p:spPr>
          <a:xfrm>
            <a:off x="532283" y="1348187"/>
            <a:ext cx="27769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>
                <a:solidFill>
                  <a:schemeClr val="bg1"/>
                </a:solidFill>
              </a:rPr>
              <a:t>Elkészült:</a:t>
            </a:r>
          </a:p>
          <a:p>
            <a:endParaRPr lang="hu-HU" sz="4400" b="1" dirty="0">
              <a:solidFill>
                <a:schemeClr val="bg1"/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B93D835-1910-2FD5-3499-60C37AB4111B}"/>
              </a:ext>
            </a:extLst>
          </p:cNvPr>
          <p:cNvSpPr txBox="1"/>
          <p:nvPr/>
        </p:nvSpPr>
        <p:spPr>
          <a:xfrm>
            <a:off x="6335984" y="1348188"/>
            <a:ext cx="4560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>
                <a:solidFill>
                  <a:schemeClr val="bg1"/>
                </a:solidFill>
              </a:rPr>
              <a:t>Nem készült el:</a:t>
            </a: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E633EED8-7801-07EF-6D50-A880EB4792B3}"/>
              </a:ext>
            </a:extLst>
          </p:cNvPr>
          <p:cNvCxnSpPr>
            <a:cxnSpLocks/>
          </p:cNvCxnSpPr>
          <p:nvPr/>
        </p:nvCxnSpPr>
        <p:spPr>
          <a:xfrm>
            <a:off x="322695" y="2198913"/>
            <a:ext cx="115466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8BBEF3F3-C588-1265-742E-8463F4C30B25}"/>
              </a:ext>
            </a:extLst>
          </p:cNvPr>
          <p:cNvCxnSpPr>
            <a:cxnSpLocks/>
          </p:cNvCxnSpPr>
          <p:nvPr/>
        </p:nvCxnSpPr>
        <p:spPr>
          <a:xfrm>
            <a:off x="6096000" y="1266904"/>
            <a:ext cx="0" cy="52061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B46F62D8-2CF0-FB7E-18FE-E9495176A7CF}"/>
              </a:ext>
            </a:extLst>
          </p:cNvPr>
          <p:cNvSpPr txBox="1"/>
          <p:nvPr/>
        </p:nvSpPr>
        <p:spPr>
          <a:xfrm>
            <a:off x="532283" y="2319516"/>
            <a:ext cx="5511928" cy="4185761"/>
          </a:xfrm>
          <a:prstGeom prst="rect">
            <a:avLst/>
          </a:prstGeom>
          <a:noFill/>
        </p:spPr>
        <p:txBody>
          <a:bodyPr wrap="square" numCol="1" spcCol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Tutorial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Képregény animációval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Ikonok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 err="1">
                <a:solidFill>
                  <a:schemeClr val="bg1"/>
                </a:solidFill>
              </a:rPr>
              <a:t>Craft</a:t>
            </a:r>
            <a:r>
              <a:rPr lang="hu-HU" sz="3600" dirty="0">
                <a:solidFill>
                  <a:schemeClr val="bg1"/>
                </a:solidFill>
              </a:rPr>
              <a:t>, </a:t>
            </a:r>
            <a:r>
              <a:rPr lang="hu-HU" sz="3600" dirty="0" err="1">
                <a:solidFill>
                  <a:schemeClr val="bg1"/>
                </a:solidFill>
              </a:rPr>
              <a:t>quest</a:t>
            </a:r>
            <a:r>
              <a:rPr lang="hu-HU" sz="3600" dirty="0">
                <a:solidFill>
                  <a:schemeClr val="bg1"/>
                </a:solidFill>
              </a:rPr>
              <a:t> rendszer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3D elemek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3600" dirty="0" err="1">
                <a:solidFill>
                  <a:schemeClr val="bg1"/>
                </a:solidFill>
              </a:rPr>
              <a:t>Inventory</a:t>
            </a:r>
            <a:endParaRPr lang="hu-HU" sz="3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Felszállás animáció</a:t>
            </a:r>
          </a:p>
          <a:p>
            <a:endParaRPr lang="hu-HU" sz="1400" dirty="0">
              <a:solidFill>
                <a:schemeClr val="accent1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F95618E-71B4-B2E3-3AF5-21B34B1F4259}"/>
              </a:ext>
            </a:extLst>
          </p:cNvPr>
          <p:cNvSpPr txBox="1"/>
          <p:nvPr/>
        </p:nvSpPr>
        <p:spPr>
          <a:xfrm>
            <a:off x="6335984" y="2319516"/>
            <a:ext cx="6240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chemeClr val="bg1"/>
                </a:solidFill>
              </a:rPr>
              <a:t>Main game</a:t>
            </a:r>
          </a:p>
          <a:p>
            <a:endParaRPr lang="hu-HU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62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9F025-36BE-9229-D4D6-9DD20F05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képernyőkép, szöveg, Multimédiás szoftver, Grafikai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D360CB7-7C7A-BE68-B8FC-CFB87B906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523" y="1729471"/>
            <a:ext cx="6986954" cy="33990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Kép 6" descr="A képen szöveg, képernyőkép, szoftve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BA4B6D3-4A21-7A67-4A4D-C41E0245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14641">
            <a:off x="898439" y="159261"/>
            <a:ext cx="5782482" cy="63159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Kép 8" descr="A képen szöveg, képernyőkép, szoftve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7FFE33C-065F-2196-6881-C30B97A0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3339">
            <a:off x="5363421" y="197365"/>
            <a:ext cx="6077798" cy="62397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89050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A képen szöveg, képernyőkép, szoftve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2C76426-CF9D-0180-EE08-BE59FF335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14641">
            <a:off x="2472544" y="1878588"/>
            <a:ext cx="2634272" cy="28773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Kép 8" descr="A képen szöveg, képernyőkép, szoftve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7DD0CEB-F28B-BFBF-3B6A-6804E3304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339">
            <a:off x="7017917" y="1895946"/>
            <a:ext cx="2768806" cy="28425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Kép 4" descr="A képen képernyőkép, szöveg, Multimédiás szoftver, Grafikai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C70E761-F721-C476-675D-62DDEFED5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" y="824196"/>
            <a:ext cx="10708640" cy="52096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" name="Picture 4" descr="Unity Industry: Transform 3D Data to Build Anything">
            <a:extLst>
              <a:ext uri="{FF2B5EF4-FFF2-40B4-BE49-F238E27FC236}">
                <a16:creationId xmlns:a16="http://schemas.microsoft.com/office/drawing/2014/main" id="{09EA900B-5EC9-91AB-1E55-CACA70F9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8784" y="2068286"/>
            <a:ext cx="4850722" cy="272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442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C79D-11BB-958D-4926-71FB73B7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54E7F5A0-F0A3-9B28-FEF3-B452D72D993C}"/>
              </a:ext>
            </a:extLst>
          </p:cNvPr>
          <p:cNvSpPr/>
          <p:nvPr/>
        </p:nvSpPr>
        <p:spPr>
          <a:xfrm>
            <a:off x="319256" y="220755"/>
            <a:ext cx="6669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Felhasznált </a:t>
            </a:r>
            <a:r>
              <a:rPr lang="hu-HU" sz="5400" b="1" cap="none" spc="0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assetok</a:t>
            </a:r>
            <a:r>
              <a:rPr lang="hu-HU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: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1D2C723-98BA-CEBD-A8FA-3A5205087088}"/>
              </a:ext>
            </a:extLst>
          </p:cNvPr>
          <p:cNvSpPr txBox="1"/>
          <p:nvPr/>
        </p:nvSpPr>
        <p:spPr>
          <a:xfrm>
            <a:off x="862444" y="1551563"/>
            <a:ext cx="719298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hu-HU" sz="32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FF00FF"/>
                </a:solidFill>
              </a:rPr>
              <a:t>AllSky</a:t>
            </a:r>
            <a:r>
              <a:rPr lang="en-US" sz="3200" dirty="0">
                <a:solidFill>
                  <a:srgbClr val="FF00FF"/>
                </a:solidFill>
              </a:rPr>
              <a:t> Free - 10 Sky / Skybox 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FF00FF"/>
                </a:solidFill>
              </a:rPr>
              <a:t>SimplePoly</a:t>
            </a:r>
            <a:r>
              <a:rPr lang="en-US" sz="3200" dirty="0">
                <a:solidFill>
                  <a:srgbClr val="FF00FF"/>
                </a:solidFill>
              </a:rPr>
              <a:t> City - Low Poly Assets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FF00FF"/>
                </a:solidFill>
              </a:rPr>
              <a:t>Low-</a:t>
            </a:r>
            <a:r>
              <a:rPr lang="hu-HU" sz="3200" dirty="0" err="1">
                <a:solidFill>
                  <a:srgbClr val="FF00FF"/>
                </a:solidFill>
              </a:rPr>
              <a:t>Poly</a:t>
            </a:r>
            <a:r>
              <a:rPr lang="hu-HU" sz="3200" dirty="0">
                <a:solidFill>
                  <a:srgbClr val="FF00FF"/>
                </a:solidFill>
              </a:rPr>
              <a:t> </a:t>
            </a:r>
            <a:r>
              <a:rPr lang="hu-HU" sz="3200" dirty="0" err="1">
                <a:solidFill>
                  <a:srgbClr val="FF00FF"/>
                </a:solidFill>
              </a:rPr>
              <a:t>Simple</a:t>
            </a:r>
            <a:r>
              <a:rPr lang="hu-HU" sz="3200" dirty="0">
                <a:solidFill>
                  <a:srgbClr val="FF00FF"/>
                </a:solidFill>
              </a:rPr>
              <a:t> </a:t>
            </a:r>
            <a:r>
              <a:rPr lang="hu-HU" sz="3200" dirty="0" err="1">
                <a:solidFill>
                  <a:srgbClr val="FF00FF"/>
                </a:solidFill>
              </a:rPr>
              <a:t>Nature</a:t>
            </a:r>
            <a:r>
              <a:rPr lang="hu-HU" sz="3200" dirty="0">
                <a:solidFill>
                  <a:srgbClr val="FF00FF"/>
                </a:solidFill>
              </a:rPr>
              <a:t> </a:t>
            </a:r>
            <a:r>
              <a:rPr lang="hu-HU" sz="3200" dirty="0" err="1">
                <a:solidFill>
                  <a:srgbClr val="FF00FF"/>
                </a:solidFill>
              </a:rPr>
              <a:t>Pack</a:t>
            </a:r>
            <a:endParaRPr lang="hu-HU" sz="3200" dirty="0">
              <a:solidFill>
                <a:srgbClr val="FF00F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FF"/>
                </a:solidFill>
              </a:rPr>
              <a:t>Mountain Terrain, Rocks and Tree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sz="3200" dirty="0">
              <a:solidFill>
                <a:srgbClr val="FF00FF"/>
              </a:solidFill>
            </a:endParaRPr>
          </a:p>
        </p:txBody>
      </p:sp>
      <p:pic>
        <p:nvPicPr>
          <p:cNvPr id="5" name="Picture 4" descr="Unity Industry: Transform 3D Data to Build Anything">
            <a:extLst>
              <a:ext uri="{FF2B5EF4-FFF2-40B4-BE49-F238E27FC236}">
                <a16:creationId xmlns:a16="http://schemas.microsoft.com/office/drawing/2014/main" id="{2531B255-622E-67D4-D433-EBE0863DD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641" y="2068286"/>
            <a:ext cx="4850722" cy="272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Kép 3" descr="A képen képernyőkép, szöveg, Multimédiás szoftver, Grafikai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62E02BA-720B-693A-842E-5425B2E6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013917" y="962695"/>
            <a:ext cx="10708640" cy="52096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41832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4A7D-24DB-7638-B6C0-C1B0A654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883947AA-BE9F-C86F-A8C8-41777110F9F4}"/>
              </a:ext>
            </a:extLst>
          </p:cNvPr>
          <p:cNvSpPr/>
          <p:nvPr/>
        </p:nvSpPr>
        <p:spPr>
          <a:xfrm>
            <a:off x="205794" y="220755"/>
            <a:ext cx="68966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Tervek, mérföldkövek</a:t>
            </a:r>
            <a:endParaRPr lang="hu-HU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FCC070A-EF26-7E0C-3568-F00873BCF5E3}"/>
              </a:ext>
            </a:extLst>
          </p:cNvPr>
          <p:cNvSpPr txBox="1"/>
          <p:nvPr/>
        </p:nvSpPr>
        <p:spPr>
          <a:xfrm>
            <a:off x="862444" y="1551563"/>
            <a:ext cx="62400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hu-HU" sz="3200" dirty="0">
              <a:solidFill>
                <a:schemeClr val="accent1"/>
              </a:solidFill>
            </a:endParaRPr>
          </a:p>
          <a:p>
            <a:pPr marL="285750" lvl="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FF00FF"/>
                </a:solidFill>
              </a:rPr>
              <a:t>Main game elkészítése, 2D/3D elemek pl.: ércek, felszerelés, kacsa, vonatűrhajó</a:t>
            </a:r>
          </a:p>
          <a:p>
            <a:pPr marL="285750" lvl="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FF00FF"/>
                </a:solidFill>
              </a:rPr>
              <a:t>Átvezető képregény</a:t>
            </a:r>
          </a:p>
          <a:p>
            <a:pPr marL="285750" lvl="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FF00FF"/>
                </a:solidFill>
              </a:rPr>
              <a:t>Hangok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DEBC850-586F-A8C7-0216-6063E2FD5E6A}"/>
              </a:ext>
            </a:extLst>
          </p:cNvPr>
          <p:cNvSpPr txBox="1"/>
          <p:nvPr/>
        </p:nvSpPr>
        <p:spPr>
          <a:xfrm>
            <a:off x="8130145" y="2548753"/>
            <a:ext cx="3304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hu-HU" sz="4800" b="1" dirty="0">
              <a:solidFill>
                <a:schemeClr val="accent2"/>
              </a:solidFill>
            </a:endParaRPr>
          </a:p>
          <a:p>
            <a:pPr algn="r"/>
            <a:r>
              <a:rPr lang="hu-HU" sz="4800" b="1" dirty="0">
                <a:solidFill>
                  <a:schemeClr val="accent2"/>
                </a:solidFill>
              </a:rPr>
              <a:t>Január</a:t>
            </a:r>
          </a:p>
        </p:txBody>
      </p:sp>
      <p:pic>
        <p:nvPicPr>
          <p:cNvPr id="6" name="Picture 4" descr="Unity Industry: Transform 3D Data to Build Anything">
            <a:extLst>
              <a:ext uri="{FF2B5EF4-FFF2-40B4-BE49-F238E27FC236}">
                <a16:creationId xmlns:a16="http://schemas.microsoft.com/office/drawing/2014/main" id="{244DAEF0-B9CC-6F2E-95D0-22DE12CE1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8784" y="2068286"/>
            <a:ext cx="4850722" cy="272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725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485810A9-EA75-B461-9B39-8DBF9DFAA47C}"/>
              </a:ext>
            </a:extLst>
          </p:cNvPr>
          <p:cNvSpPr/>
          <p:nvPr/>
        </p:nvSpPr>
        <p:spPr>
          <a:xfrm>
            <a:off x="717026" y="106455"/>
            <a:ext cx="64353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Fejlesztői eszközök:</a:t>
            </a:r>
            <a:endParaRPr lang="hu-HU" sz="5400" b="1" cap="none" spc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2CF8DA3-E0E1-0B28-8D74-FA627E68C43D}"/>
              </a:ext>
            </a:extLst>
          </p:cNvPr>
          <p:cNvSpPr txBox="1"/>
          <p:nvPr/>
        </p:nvSpPr>
        <p:spPr>
          <a:xfrm>
            <a:off x="739497" y="1074509"/>
            <a:ext cx="63904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Blender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Unity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>
                <a:solidFill>
                  <a:srgbClr val="FF00FF"/>
                </a:solidFill>
              </a:rPr>
              <a:t>Visual </a:t>
            </a:r>
            <a:r>
              <a:rPr lang="hu-HU" sz="4800" err="1">
                <a:solidFill>
                  <a:srgbClr val="FF00FF"/>
                </a:solidFill>
              </a:rPr>
              <a:t>Studio</a:t>
            </a:r>
            <a:r>
              <a:rPr lang="hu-HU" sz="4800">
                <a:solidFill>
                  <a:srgbClr val="FF00FF"/>
                </a:solidFill>
              </a:rPr>
              <a:t> 2022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Gimp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Trello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>
                <a:solidFill>
                  <a:srgbClr val="FF00FF"/>
                </a:solidFill>
              </a:rPr>
              <a:t>Discord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Github</a:t>
            </a:r>
            <a:endParaRPr lang="hu-HU" sz="4800">
              <a:solidFill>
                <a:schemeClr val="accent1"/>
              </a:solidFill>
            </a:endParaRPr>
          </a:p>
        </p:txBody>
      </p:sp>
      <p:pic>
        <p:nvPicPr>
          <p:cNvPr id="1026" name="Picture 2" descr="Blender Logo png images | PNGEgg">
            <a:extLst>
              <a:ext uri="{FF2B5EF4-FFF2-40B4-BE49-F238E27FC236}">
                <a16:creationId xmlns:a16="http://schemas.microsoft.com/office/drawing/2014/main" id="{A28F62AB-7BEE-C1DD-3872-10D5E845D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83" b="89943" l="4023" r="97414">
                        <a14:foregroundMark x1="16667" y1="64368" x2="7184" y2="68391"/>
                        <a14:foregroundMark x1="87931" y1="70977" x2="97701" y2="50862"/>
                        <a14:foregroundMark x1="97701" y1="50862" x2="92816" y2="54023"/>
                        <a14:foregroundMark x1="69253" y1="52586" x2="57184" y2="55460"/>
                        <a14:foregroundMark x1="73851" y1="41092" x2="56609" y2="59770"/>
                        <a14:foregroundMark x1="56609" y1="59770" x2="71552" y2="54885"/>
                        <a14:foregroundMark x1="71552" y1="54885" x2="55460" y2="48851"/>
                        <a14:foregroundMark x1="55460" y1="48851" x2="56897" y2="57759"/>
                        <a14:foregroundMark x1="72414" y1="43966" x2="52299" y2="39943"/>
                        <a14:foregroundMark x1="71552" y1="41092" x2="52874" y2="56322"/>
                        <a14:foregroundMark x1="52874" y1="56322" x2="70690" y2="65230"/>
                        <a14:foregroundMark x1="70690" y1="65230" x2="75862" y2="46264"/>
                        <a14:foregroundMark x1="75862" y1="46264" x2="69253" y2="37356"/>
                        <a14:foregroundMark x1="76149" y1="46839" x2="74138" y2="66667"/>
                        <a14:foregroundMark x1="74138" y1="66667" x2="69253" y2="69253"/>
                        <a14:foregroundMark x1="66379" y1="69828" x2="55460" y2="42529"/>
                        <a14:foregroundMark x1="55460" y1="42529" x2="63793" y2="39943"/>
                        <a14:foregroundMark x1="56609" y1="42241" x2="55747" y2="67241"/>
                        <a14:foregroundMark x1="55747" y1="67241" x2="69253" y2="72701"/>
                        <a14:foregroundMark x1="59770" y1="68678" x2="45115" y2="41667"/>
                        <a14:foregroundMark x1="45115" y1="41667" x2="46552" y2="39655"/>
                        <a14:foregroundMark x1="52874" y1="42529" x2="51437" y2="57471"/>
                        <a14:foregroundMark x1="51437" y1="57471" x2="53736" y2="72126"/>
                        <a14:foregroundMark x1="53736" y1="72126" x2="55460" y2="73851"/>
                        <a14:foregroundMark x1="52011" y1="69828" x2="46839" y2="37644"/>
                        <a14:foregroundMark x1="48851" y1="45115" x2="50575" y2="60345"/>
                        <a14:foregroundMark x1="50575" y1="60345" x2="56897" y2="73563"/>
                        <a14:foregroundMark x1="73851" y1="68678" x2="72989" y2="43678"/>
                        <a14:foregroundMark x1="72989" y1="43678" x2="72701" y2="43103"/>
                        <a14:foregroundMark x1="73563" y1="41954" x2="79885" y2="62356"/>
                        <a14:foregroundMark x1="79885" y1="62356" x2="77586" y2="64943"/>
                        <a14:foregroundMark x1="79310" y1="65230" x2="73563" y2="40805"/>
                        <a14:foregroundMark x1="73563" y1="40805" x2="73563" y2="40805"/>
                        <a14:foregroundMark x1="74425" y1="44253" x2="86207" y2="64655"/>
                        <a14:foregroundMark x1="86207" y1="64655" x2="84483" y2="67529"/>
                        <a14:foregroundMark x1="82759" y1="58908" x2="74425" y2="37356"/>
                        <a14:foregroundMark x1="79310" y1="42816" x2="84483" y2="66954"/>
                        <a14:foregroundMark x1="6322" y1="69253" x2="4023" y2="669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512" y="618316"/>
            <a:ext cx="1556905" cy="155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ty Industry: Transform 3D Data to Build Anything">
            <a:extLst>
              <a:ext uri="{FF2B5EF4-FFF2-40B4-BE49-F238E27FC236}">
                <a16:creationId xmlns:a16="http://schemas.microsoft.com/office/drawing/2014/main" id="{CD780772-FED3-75B4-4CC8-BE1B54699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417" y="1492545"/>
            <a:ext cx="2433628" cy="13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6CACFB0-CA1B-7453-35E0-513AA7483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20" y="2271425"/>
            <a:ext cx="1202748" cy="120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MP Graphic design editing Logo, gimp, graphic Design png | PNGEgg">
            <a:extLst>
              <a:ext uri="{FF2B5EF4-FFF2-40B4-BE49-F238E27FC236}">
                <a16:creationId xmlns:a16="http://schemas.microsoft.com/office/drawing/2014/main" id="{E00B5AED-D8CA-4C45-D76C-A3F0001C7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1333" y1="29756" x2="45222" y2="30732"/>
                        <a14:foregroundMark x1="45222" y1="30732" x2="43222" y2="42439"/>
                        <a14:foregroundMark x1="43222" y1="42439" x2="54000" y2="31951"/>
                        <a14:foregroundMark x1="54000" y1="31951" x2="48444" y2="32439"/>
                        <a14:foregroundMark x1="48444" y1="32439" x2="54444" y2="35610"/>
                        <a14:foregroundMark x1="51222" y1="30488" x2="45556" y2="26341"/>
                        <a14:foregroundMark x1="49128" y1="27103" x2="45222" y2="29024"/>
                        <a14:foregroundMark x1="45778" y1="32927" x2="50510" y2="26991"/>
                        <a14:foregroundMark x1="46775" y1="26285" x2="46444" y2="26341"/>
                        <a14:foregroundMark x1="52323" y1="24276" x2="52444" y2="24146"/>
                        <a14:foregroundMark x1="47222" y1="29756" x2="49738" y2="27053"/>
                        <a14:foregroundMark x1="52444" y1="24146" x2="53333" y2="25854"/>
                        <a14:foregroundMark x1="46787" y1="26323" x2="45000" y2="26829"/>
                        <a14:foregroundMark x1="45000" y1="26829" x2="44667" y2="28293"/>
                        <a14:foregroundMark x1="47111" y1="30000" x2="49473" y2="27075"/>
                        <a14:foregroundMark x1="43111" y1="37805" x2="34111" y2="37317"/>
                        <a14:foregroundMark x1="34111" y1="37317" x2="33000" y2="35854"/>
                        <a14:foregroundMark x1="47222" y1="25122" x2="50889" y2="24390"/>
                        <a14:foregroundMark x1="51444" y1="24146" x2="48889" y2="24146"/>
                        <a14:foregroundMark x1="48444" y1="24390" x2="50667" y2="23171"/>
                        <a14:foregroundMark x1="51556" y1="24634" x2="46667" y2="26829"/>
                        <a14:backgroundMark x1="51778" y1="22439" x2="51416" y2="224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004" y="3043016"/>
            <a:ext cx="3382453" cy="15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rello Logo Slack Atlassian, trello transparent background PNG clipart |  HiClipart">
            <a:extLst>
              <a:ext uri="{FF2B5EF4-FFF2-40B4-BE49-F238E27FC236}">
                <a16:creationId xmlns:a16="http://schemas.microsoft.com/office/drawing/2014/main" id="{2B877664-FD5B-6991-C9CB-469561AD5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0429" y1="37286" x2="36714" y2="44143"/>
                        <a14:foregroundMark x1="36714" y1="44143" x2="51143" y2="56429"/>
                        <a14:foregroundMark x1="51143" y1="56429" x2="61714" y2="42000"/>
                        <a14:foregroundMark x1="61714" y1="42000" x2="62571" y2="38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473" y="3626563"/>
            <a:ext cx="1586126" cy="15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iscord icon isolated on white background social media app round button logo  sign and symbol | Premium PSD">
            <a:extLst>
              <a:ext uri="{FF2B5EF4-FFF2-40B4-BE49-F238E27FC236}">
                <a16:creationId xmlns:a16="http://schemas.microsoft.com/office/drawing/2014/main" id="{5217722D-AABD-5E21-F3EC-9F7FE48BF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8333" r="90000">
                        <a14:foregroundMark x1="50000" y1="45278" x2="40833" y2="34444"/>
                        <a14:foregroundMark x1="40833" y1="34444" x2="35556" y2="36389"/>
                        <a14:foregroundMark x1="57500" y1="45833" x2="39167" y2="46944"/>
                        <a14:foregroundMark x1="39167" y1="46944" x2="48333" y2="57500"/>
                        <a14:foregroundMark x1="48333" y1="57500" x2="43333" y2="44444"/>
                        <a14:foregroundMark x1="43333" y1="44444" x2="49722" y2="49444"/>
                        <a14:foregroundMark x1="63056" y1="53056" x2="31389" y2="52500"/>
                        <a14:foregroundMark x1="31389" y1="52500" x2="51667" y2="40000"/>
                        <a14:foregroundMark x1="51667" y1="40000" x2="43889" y2="60833"/>
                        <a14:foregroundMark x1="43889" y1="60833" x2="46944" y2="39167"/>
                        <a14:foregroundMark x1="46944" y1="39167" x2="51667" y2="53333"/>
                        <a14:foregroundMark x1="51667" y1="53333" x2="41944" y2="40278"/>
                        <a14:foregroundMark x1="41944" y1="40278" x2="53333" y2="57222"/>
                        <a14:foregroundMark x1="53333" y1="57222" x2="46389" y2="44722"/>
                        <a14:foregroundMark x1="46389" y1="44722" x2="62500" y2="59722"/>
                        <a14:foregroundMark x1="62500" y1="59722" x2="90000" y2="45000"/>
                        <a14:foregroundMark x1="90000" y1="45000" x2="61389" y2="15278"/>
                        <a14:foregroundMark x1="61389" y1="15278" x2="47500" y2="8611"/>
                        <a14:foregroundMark x1="47500" y1="8611" x2="8333" y2="46111"/>
                        <a14:foregroundMark x1="8333" y1="46111" x2="13056" y2="65000"/>
                        <a14:foregroundMark x1="13056" y1="65000" x2="41111" y2="89444"/>
                        <a14:foregroundMark x1="41111" y1="89444" x2="56944" y2="90000"/>
                        <a14:foregroundMark x1="71944" y1="59167" x2="54167" y2="56111"/>
                        <a14:foregroundMark x1="54167" y1="56111" x2="46944" y2="41111"/>
                        <a14:foregroundMark x1="46944" y1="41111" x2="42778" y2="64167"/>
                        <a14:foregroundMark x1="42778" y1="64167" x2="56389" y2="43611"/>
                        <a14:foregroundMark x1="56389" y1="43611" x2="38056" y2="56111"/>
                        <a14:foregroundMark x1="38056" y1="56111" x2="47500" y2="43611"/>
                        <a14:foregroundMark x1="47500" y1="43611" x2="55556" y2="60833"/>
                        <a14:foregroundMark x1="57500" y1="34167" x2="35556" y2="41389"/>
                        <a14:foregroundMark x1="35556" y1="41389" x2="26389" y2="72222"/>
                        <a14:foregroundMark x1="26389" y1="72222" x2="41389" y2="78056"/>
                        <a14:foregroundMark x1="42222" y1="71944" x2="40833" y2="57222"/>
                        <a14:foregroundMark x1="40833" y1="57222" x2="68056" y2="41944"/>
                        <a14:foregroundMark x1="68056" y1="41944" x2="68056" y2="63056"/>
                        <a14:foregroundMark x1="72778" y1="74167" x2="68056" y2="33889"/>
                        <a14:foregroundMark x1="68889" y1="52222" x2="62778" y2="75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041" y="4516500"/>
            <a:ext cx="1392378" cy="139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ay OS A macOS Icon, GitHub Desktop, white cat on purple background icon  transparent background PNG clipart | HiClipart">
            <a:extLst>
              <a:ext uri="{FF2B5EF4-FFF2-40B4-BE49-F238E27FC236}">
                <a16:creationId xmlns:a16="http://schemas.microsoft.com/office/drawing/2014/main" id="{28E943AA-7E24-3C64-03F6-B3D2DDCE2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250" b="92250" l="6875" r="91875">
                        <a14:foregroundMark x1="47625" y1="24125" x2="27000" y2="28000"/>
                        <a14:foregroundMark x1="27000" y1="28000" x2="31875" y2="63125"/>
                        <a14:foregroundMark x1="31875" y1="63125" x2="60500" y2="57000"/>
                        <a14:foregroundMark x1="60500" y1="57000" x2="40875" y2="62250"/>
                        <a14:foregroundMark x1="40875" y1="62250" x2="63250" y2="79750"/>
                        <a14:foregroundMark x1="63250" y1="79750" x2="41125" y2="84500"/>
                        <a14:foregroundMark x1="41125" y1="84500" x2="34250" y2="71875"/>
                        <a14:foregroundMark x1="34250" y1="71875" x2="63625" y2="79625"/>
                        <a14:foregroundMark x1="63625" y1="79625" x2="84250" y2="56625"/>
                        <a14:foregroundMark x1="84250" y1="56625" x2="78125" y2="31375"/>
                        <a14:foregroundMark x1="78125" y1="31375" x2="50125" y2="11750"/>
                        <a14:foregroundMark x1="50125" y1="11750" x2="37875" y2="13375"/>
                        <a14:foregroundMark x1="37875" y1="13375" x2="14500" y2="35875"/>
                        <a14:foregroundMark x1="14500" y1="35875" x2="8125" y2="45500"/>
                        <a14:foregroundMark x1="8125" y1="45500" x2="9875" y2="60375"/>
                        <a14:foregroundMark x1="9875" y1="60375" x2="23250" y2="79125"/>
                        <a14:foregroundMark x1="23250" y1="79125" x2="51500" y2="87000"/>
                        <a14:foregroundMark x1="51500" y1="87000" x2="73750" y2="80000"/>
                        <a14:foregroundMark x1="73750" y1="80000" x2="78500" y2="64250"/>
                        <a14:foregroundMark x1="78500" y1="64250" x2="76375" y2="44500"/>
                        <a14:foregroundMark x1="76375" y1="44500" x2="77375" y2="41875"/>
                        <a14:foregroundMark x1="91875" y1="53125" x2="53875" y2="44500"/>
                        <a14:foregroundMark x1="81250" y1="61875" x2="42500" y2="43000"/>
                        <a14:foregroundMark x1="71125" y1="66000" x2="32625" y2="36625"/>
                        <a14:foregroundMark x1="56875" y1="45750" x2="42750" y2="29750"/>
                        <a14:foregroundMark x1="71625" y1="43750" x2="46625" y2="31250"/>
                        <a14:foregroundMark x1="69625" y1="41500" x2="56125" y2="15125"/>
                        <a14:foregroundMark x1="56125" y1="15125" x2="50375" y2="9500"/>
                        <a14:foregroundMark x1="50375" y1="9500" x2="49625" y2="9250"/>
                        <a14:foregroundMark x1="38250" y1="89875" x2="46375" y2="90625"/>
                        <a14:foregroundMark x1="46375" y1="90625" x2="59250" y2="87625"/>
                        <a14:foregroundMark x1="59250" y1="87625" x2="61000" y2="85875"/>
                        <a14:foregroundMark x1="62750" y1="91625" x2="59500" y2="92250"/>
                        <a14:foregroundMark x1="45500" y1="70250" x2="34250" y2="30875"/>
                        <a14:foregroundMark x1="34250" y1="30875" x2="34500" y2="30250"/>
                        <a14:foregroundMark x1="7625" y1="53500" x2="6875" y2="48125"/>
                        <a14:foregroundMark x1="79500" y1="60500" x2="78000" y2="52250"/>
                        <a14:foregroundMark x1="78000" y1="52250" x2="65500" y2="27375"/>
                        <a14:foregroundMark x1="65500" y1="27375" x2="59625" y2="23000"/>
                        <a14:backgroundMark x1="6875" y1="42125" x2="6875" y2="42125"/>
                        <a14:backgroundMark x1="6375" y1="54250" x2="6375" y2="54250"/>
                        <a14:backgroundMark x1="6625" y1="59250" x2="6625" y2="59250"/>
                        <a14:backgroundMark x1="7250" y1="60000" x2="7000" y2="5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853" y="5287421"/>
            <a:ext cx="1130564" cy="113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Kép 2" descr="A képen Grafika, szöveg, Grafikus tervezés, clipar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E8EADFF-21F5-EECC-2867-D4EE893D64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62809" y="1999354"/>
            <a:ext cx="3254417" cy="3254417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10" name="Kép 9" descr="A képen kör, minta, Szimmetria, Színessé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2494C69-BF8C-B74F-C8D6-C84D417254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8945">
            <a:off x="13776500" y="1802343"/>
            <a:ext cx="2441320" cy="2441316"/>
          </a:xfrm>
          <a:prstGeom prst="rect">
            <a:avLst/>
          </a:prstGeom>
        </p:spPr>
      </p:pic>
      <p:pic>
        <p:nvPicPr>
          <p:cNvPr id="11" name="Kép 10" descr="A képen rajzfilm, clipart, illusztráció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AAEDFEA-1D15-11D7-5414-C8560CBF7B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2189">
            <a:off x="15637742" y="3197396"/>
            <a:ext cx="2440804" cy="2440800"/>
          </a:xfrm>
          <a:prstGeom prst="rect">
            <a:avLst/>
          </a:prstGeom>
        </p:spPr>
      </p:pic>
      <p:pic>
        <p:nvPicPr>
          <p:cNvPr id="12" name="Picture 8" descr="GIMP Graphic design editing Logo, gimp, graphic Design png | PNGEgg">
            <a:extLst>
              <a:ext uri="{FF2B5EF4-FFF2-40B4-BE49-F238E27FC236}">
                <a16:creationId xmlns:a16="http://schemas.microsoft.com/office/drawing/2014/main" id="{05E71464-CC61-0AB2-D28E-09F493C36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1333" y1="29756" x2="45222" y2="30732"/>
                        <a14:foregroundMark x1="45222" y1="30732" x2="43222" y2="42439"/>
                        <a14:foregroundMark x1="43222" y1="42439" x2="54000" y2="31951"/>
                        <a14:foregroundMark x1="54000" y1="31951" x2="48444" y2="32439"/>
                        <a14:foregroundMark x1="48444" y1="32439" x2="54444" y2="35610"/>
                        <a14:foregroundMark x1="51222" y1="30488" x2="45556" y2="26341"/>
                        <a14:foregroundMark x1="49128" y1="27103" x2="45222" y2="29024"/>
                        <a14:foregroundMark x1="45778" y1="32927" x2="50510" y2="26991"/>
                        <a14:foregroundMark x1="46775" y1="26285" x2="46444" y2="26341"/>
                        <a14:foregroundMark x1="52323" y1="24276" x2="52444" y2="24146"/>
                        <a14:foregroundMark x1="47222" y1="29756" x2="49738" y2="27053"/>
                        <a14:foregroundMark x1="52444" y1="24146" x2="53333" y2="25854"/>
                        <a14:foregroundMark x1="46787" y1="26323" x2="45000" y2="26829"/>
                        <a14:foregroundMark x1="45000" y1="26829" x2="44667" y2="28293"/>
                        <a14:foregroundMark x1="47111" y1="30000" x2="49473" y2="27075"/>
                        <a14:foregroundMark x1="43111" y1="37805" x2="34111" y2="37317"/>
                        <a14:foregroundMark x1="34111" y1="37317" x2="33000" y2="35854"/>
                        <a14:foregroundMark x1="47222" y1="25122" x2="50889" y2="24390"/>
                        <a14:foregroundMark x1="51444" y1="24146" x2="48889" y2="24146"/>
                        <a14:foregroundMark x1="48444" y1="24390" x2="50667" y2="23171"/>
                        <a14:foregroundMark x1="51556" y1="24634" x2="46667" y2="26829"/>
                        <a14:backgroundMark x1="51778" y1="22439" x2="51416" y2="224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07413">
            <a:off x="-6854035" y="4857363"/>
            <a:ext cx="3382453" cy="15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GIMP Graphic design editing Logo, gimp, graphic Design png | PNGEgg">
            <a:extLst>
              <a:ext uri="{FF2B5EF4-FFF2-40B4-BE49-F238E27FC236}">
                <a16:creationId xmlns:a16="http://schemas.microsoft.com/office/drawing/2014/main" id="{577CACE3-4F4D-DA49-8358-52E459FF2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1333" y1="29756" x2="45222" y2="30732"/>
                        <a14:foregroundMark x1="45222" y1="30732" x2="43222" y2="42439"/>
                        <a14:foregroundMark x1="43222" y1="42439" x2="54000" y2="31951"/>
                        <a14:foregroundMark x1="54000" y1="31951" x2="48444" y2="32439"/>
                        <a14:foregroundMark x1="48444" y1="32439" x2="54444" y2="35610"/>
                        <a14:foregroundMark x1="51222" y1="30488" x2="45556" y2="26341"/>
                        <a14:foregroundMark x1="49128" y1="27103" x2="45222" y2="29024"/>
                        <a14:foregroundMark x1="45778" y1="32927" x2="50510" y2="26991"/>
                        <a14:foregroundMark x1="46775" y1="26285" x2="46444" y2="26341"/>
                        <a14:foregroundMark x1="52323" y1="24276" x2="52444" y2="24146"/>
                        <a14:foregroundMark x1="47222" y1="29756" x2="49738" y2="27053"/>
                        <a14:foregroundMark x1="52444" y1="24146" x2="53333" y2="25854"/>
                        <a14:foregroundMark x1="46787" y1="26323" x2="45000" y2="26829"/>
                        <a14:foregroundMark x1="45000" y1="26829" x2="44667" y2="28293"/>
                        <a14:foregroundMark x1="47111" y1="30000" x2="49473" y2="27075"/>
                        <a14:foregroundMark x1="43111" y1="37805" x2="34111" y2="37317"/>
                        <a14:foregroundMark x1="34111" y1="37317" x2="33000" y2="35854"/>
                        <a14:foregroundMark x1="47222" y1="25122" x2="50889" y2="24390"/>
                        <a14:foregroundMark x1="51444" y1="24146" x2="48889" y2="24146"/>
                        <a14:foregroundMark x1="48444" y1="24390" x2="50667" y2="23171"/>
                        <a14:foregroundMark x1="51556" y1="24634" x2="46667" y2="26829"/>
                        <a14:backgroundMark x1="51778" y1="22439" x2="51416" y2="224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435">
            <a:off x="13577580" y="4826998"/>
            <a:ext cx="3382453" cy="15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10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40ED126B-B7DE-390B-7EE3-7F308B294BA1}"/>
              </a:ext>
            </a:extLst>
          </p:cNvPr>
          <p:cNvSpPr/>
          <p:nvPr/>
        </p:nvSpPr>
        <p:spPr>
          <a:xfrm>
            <a:off x="1309689" y="2828835"/>
            <a:ext cx="95726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624951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129</Words>
  <Application>Microsoft Office PowerPoint</Application>
  <PresentationFormat>Szélesvásznú</PresentationFormat>
  <Paragraphs>52</Paragraphs>
  <Slides>10</Slides>
  <Notes>1</Notes>
  <HiddenSlides>2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Zoltán Arany</dc:creator>
  <cp:lastModifiedBy>Zoltán Arany</cp:lastModifiedBy>
  <cp:revision>5</cp:revision>
  <dcterms:created xsi:type="dcterms:W3CDTF">2025-12-05T19:35:09Z</dcterms:created>
  <dcterms:modified xsi:type="dcterms:W3CDTF">2026-01-17T09:05:11Z</dcterms:modified>
</cp:coreProperties>
</file>